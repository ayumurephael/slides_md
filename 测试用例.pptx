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5" r:id="rId5"/>
    <p:sldId id="263" r:id="rId6"/>
    <p:sldId id="264" r:id="rId7"/>
    <p:sldId id="260" r:id="rId8"/>
    <p:sldId id="261" r:id="rId9"/>
    <p:sldId id="262" r:id="rId10"/>
    <p:sldId id="25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3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56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9A9BF3E-5685-F244-B1D3-8767797FF50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4667250" cy="3238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33EF9D3-97B2-E2D1-8BD1-243F66960EC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84250"/>
            <a:ext cx="42291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4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MD_0">
            <a:extLst>
              <a:ext uri="{FF2B5EF4-FFF2-40B4-BE49-F238E27FC236}">
                <a16:creationId xmlns:a16="http://schemas.microsoft.com/office/drawing/2014/main" id="{CAC400F0-6DEE-4EBD-BAD2-653B3E490BE7}"/>
              </a:ext>
            </a:extLst>
          </p:cNvPr>
          <p:cNvSpPr txBox="1"/>
          <p:nvPr/>
        </p:nvSpPr>
        <p:spPr>
          <a:xfrm>
            <a:off x="609600" y="60960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800" b="1">
                <a:solidFill>
                  <a:srgbClr val="333333"/>
                </a:solidFill>
                <a:latin typeface="黑体"/>
                <a:ea typeface="黑体"/>
              </a:rPr>
              <a:t>七、数学公式测试</a:t>
            </a:r>
            <a:endParaRPr lang="zh-CN" altLang="en-US" b="1"/>
          </a:p>
        </p:txBody>
      </p:sp>
      <p:sp>
        <p:nvSpPr>
          <p:cNvPr id="56" name="SlideMD_1">
            <a:extLst>
              <a:ext uri="{FF2B5EF4-FFF2-40B4-BE49-F238E27FC236}">
                <a16:creationId xmlns:a16="http://schemas.microsoft.com/office/drawing/2014/main" id="{BD03253E-934A-4917-BE24-5CE8D8485216}"/>
              </a:ext>
            </a:extLst>
          </p:cNvPr>
          <p:cNvSpPr txBox="1"/>
          <p:nvPr/>
        </p:nvSpPr>
        <p:spPr>
          <a:xfrm>
            <a:off x="609600" y="138176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7.1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行内公式基础测试</a:t>
            </a:r>
            <a:endParaRPr lang="zh-CN" altLang="en-US" b="1"/>
          </a:p>
        </p:txBody>
      </p:sp>
      <p:sp>
        <p:nvSpPr>
          <p:cNvPr id="57" name="SlideMD_2">
            <a:extLst>
              <a:ext uri="{FF2B5EF4-FFF2-40B4-BE49-F238E27FC236}">
                <a16:creationId xmlns:a16="http://schemas.microsoft.com/office/drawing/2014/main" id="{8B76922F-F36D-447B-B28C-4DCC0EB07E70}"/>
              </a:ext>
            </a:extLst>
          </p:cNvPr>
          <p:cNvSpPr txBox="1"/>
          <p:nvPr/>
        </p:nvSpPr>
        <p:spPr>
          <a:xfrm>
            <a:off x="609600" y="397764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58" name="SlideMD_3">
            <a:extLst>
              <a:ext uri="{FF2B5EF4-FFF2-40B4-BE49-F238E27FC236}">
                <a16:creationId xmlns:a16="http://schemas.microsoft.com/office/drawing/2014/main" id="{0234C6DF-2AE8-4A23-87BF-21D03B4993FD}"/>
              </a:ext>
            </a:extLst>
          </p:cNvPr>
          <p:cNvSpPr txBox="1"/>
          <p:nvPr/>
        </p:nvSpPr>
        <p:spPr>
          <a:xfrm>
            <a:off x="609600" y="429260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行内公式以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LaTeX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源码文本形式显示</a:t>
            </a:r>
            <a:endParaRPr lang="zh-CN" altLang="en-US"/>
          </a:p>
        </p:txBody>
      </p:sp>
      <p:sp>
        <p:nvSpPr>
          <p:cNvPr id="59" name="SlideMD_4">
            <a:extLst>
              <a:ext uri="{FF2B5EF4-FFF2-40B4-BE49-F238E27FC236}">
                <a16:creationId xmlns:a16="http://schemas.microsoft.com/office/drawing/2014/main" id="{23815093-DC23-44AB-8C24-C6E2183291BE}"/>
              </a:ext>
            </a:extLst>
          </p:cNvPr>
          <p:cNvSpPr txBox="1"/>
          <p:nvPr/>
        </p:nvSpPr>
        <p:spPr>
          <a:xfrm>
            <a:off x="609600" y="450596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使用等宽字体、棕色</a:t>
            </a:r>
            <a:endParaRPr lang="zh-CN" altLang="en-US"/>
          </a:p>
        </p:txBody>
      </p:sp>
      <p:sp>
        <p:nvSpPr>
          <p:cNvPr id="60" name="SlideMD_5">
            <a:extLst>
              <a:ext uri="{FF2B5EF4-FFF2-40B4-BE49-F238E27FC236}">
                <a16:creationId xmlns:a16="http://schemas.microsoft.com/office/drawing/2014/main" id="{8149BCAE-E588-42C0-BE55-62CF106D2A29}"/>
              </a:ext>
            </a:extLst>
          </p:cNvPr>
          <p:cNvSpPr txBox="1"/>
          <p:nvPr/>
        </p:nvSpPr>
        <p:spPr>
          <a:xfrm>
            <a:off x="4933950" y="136981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7.2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行内公式复杂测试</a:t>
            </a:r>
            <a:endParaRPr lang="zh-CN" altLang="en-US" b="1"/>
          </a:p>
        </p:txBody>
      </p:sp>
      <p:sp>
        <p:nvSpPr>
          <p:cNvPr id="61" name="SlideMD_6">
            <a:extLst>
              <a:ext uri="{FF2B5EF4-FFF2-40B4-BE49-F238E27FC236}">
                <a16:creationId xmlns:a16="http://schemas.microsoft.com/office/drawing/2014/main" id="{B16D875A-1720-429F-8D41-64AE1381AA40}"/>
              </a:ext>
            </a:extLst>
          </p:cNvPr>
          <p:cNvSpPr txBox="1"/>
          <p:nvPr/>
        </p:nvSpPr>
        <p:spPr>
          <a:xfrm>
            <a:off x="4933950" y="4794369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62" name="SlideMD_7">
            <a:extLst>
              <a:ext uri="{FF2B5EF4-FFF2-40B4-BE49-F238E27FC236}">
                <a16:creationId xmlns:a16="http://schemas.microsoft.com/office/drawing/2014/main" id="{2D7A0DFE-82D2-47C1-9961-A4F1CAE56FFC}"/>
              </a:ext>
            </a:extLst>
          </p:cNvPr>
          <p:cNvSpPr txBox="1"/>
          <p:nvPr/>
        </p:nvSpPr>
        <p:spPr>
          <a:xfrm>
            <a:off x="4933950" y="5109329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复杂公式正确解析</a:t>
            </a:r>
            <a:endParaRPr lang="zh-CN" altLang="en-US"/>
          </a:p>
        </p:txBody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AD58379D-4552-2CA8-F35A-15AF2B73E4E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2640"/>
            <a:ext cx="1343025" cy="323850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7D99DA7F-1FDB-D2F9-D1D0-EA21CB93367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48890"/>
            <a:ext cx="1400175" cy="323850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29999648-E7DA-EE11-880C-FC86F16FC13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25140"/>
            <a:ext cx="1181100" cy="323850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815C3CEF-ED87-E376-10F1-0A2DA7CB92B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501390"/>
            <a:ext cx="1866900" cy="323850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23E372E6-4CC9-7039-A68A-F3D3B8628C35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933950" y="2060694"/>
            <a:ext cx="1485900" cy="323850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959BBE2C-D699-5D33-4496-9A27B5B30D48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933950" y="2536944"/>
            <a:ext cx="1924050" cy="323850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7F07833B-3164-6AEF-5C29-32A97071B087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933950" y="3013194"/>
            <a:ext cx="1419225" cy="323850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FB3BCC06-7C81-D21F-E066-808CC11DFE13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4933950" y="3489444"/>
            <a:ext cx="971550" cy="400050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3FF8965E-B1C6-9278-2E80-3471B1061BE7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4933950" y="4041894"/>
            <a:ext cx="17335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11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MD_8">
            <a:extLst>
              <a:ext uri="{FF2B5EF4-FFF2-40B4-BE49-F238E27FC236}">
                <a16:creationId xmlns:a16="http://schemas.microsoft.com/office/drawing/2014/main" id="{35C11920-F526-4419-8512-17F45F399C44}"/>
              </a:ext>
            </a:extLst>
          </p:cNvPr>
          <p:cNvSpPr txBox="1"/>
          <p:nvPr/>
        </p:nvSpPr>
        <p:spPr>
          <a:xfrm>
            <a:off x="187616" y="134049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7.3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块级公式基础测试</a:t>
            </a:r>
            <a:endParaRPr lang="zh-CN" altLang="en-US" b="1"/>
          </a:p>
        </p:txBody>
      </p:sp>
      <p:sp>
        <p:nvSpPr>
          <p:cNvPr id="65" name="SlideMD_10">
            <a:extLst>
              <a:ext uri="{FF2B5EF4-FFF2-40B4-BE49-F238E27FC236}">
                <a16:creationId xmlns:a16="http://schemas.microsoft.com/office/drawing/2014/main" id="{C56C20E0-AB00-4E3F-9C41-7C5E1F2AF7EB}"/>
              </a:ext>
            </a:extLst>
          </p:cNvPr>
          <p:cNvSpPr txBox="1"/>
          <p:nvPr/>
        </p:nvSpPr>
        <p:spPr>
          <a:xfrm>
            <a:off x="187616" y="178274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66" name="SlideMD_11">
            <a:extLst>
              <a:ext uri="{FF2B5EF4-FFF2-40B4-BE49-F238E27FC236}">
                <a16:creationId xmlns:a16="http://schemas.microsoft.com/office/drawing/2014/main" id="{3E6CA4A5-1C9B-465D-B9D9-00E600B26687}"/>
              </a:ext>
            </a:extLst>
          </p:cNvPr>
          <p:cNvSpPr txBox="1"/>
          <p:nvPr/>
        </p:nvSpPr>
        <p:spPr>
          <a:xfrm>
            <a:off x="187616" y="2097707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块级公式渲染为高清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PNG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图片</a:t>
            </a:r>
            <a:endParaRPr lang="zh-CN" altLang="en-US"/>
          </a:p>
        </p:txBody>
      </p:sp>
      <p:sp>
        <p:nvSpPr>
          <p:cNvPr id="67" name="SlideMD_12">
            <a:extLst>
              <a:ext uri="{FF2B5EF4-FFF2-40B4-BE49-F238E27FC236}">
                <a16:creationId xmlns:a16="http://schemas.microsoft.com/office/drawing/2014/main" id="{BDECB8DE-7211-4817-B7A0-6881CEF5BEB2}"/>
              </a:ext>
            </a:extLst>
          </p:cNvPr>
          <p:cNvSpPr txBox="1"/>
          <p:nvPr/>
        </p:nvSpPr>
        <p:spPr>
          <a:xfrm>
            <a:off x="187616" y="2311067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图片居中显示</a:t>
            </a:r>
            <a:endParaRPr lang="zh-CN" altLang="en-US"/>
          </a:p>
        </p:txBody>
      </p:sp>
      <p:sp>
        <p:nvSpPr>
          <p:cNvPr id="68" name="SlideMD_13">
            <a:extLst>
              <a:ext uri="{FF2B5EF4-FFF2-40B4-BE49-F238E27FC236}">
                <a16:creationId xmlns:a16="http://schemas.microsoft.com/office/drawing/2014/main" id="{F243CC33-0A76-4D32-822A-7D5CD99692BE}"/>
              </a:ext>
            </a:extLst>
          </p:cNvPr>
          <p:cNvSpPr txBox="1"/>
          <p:nvPr/>
        </p:nvSpPr>
        <p:spPr>
          <a:xfrm>
            <a:off x="187616" y="2626027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7.4 </a:t>
            </a:r>
            <a:r>
              <a:rPr lang="zh-CN" altLang="en-US" sz="2400" b="1" dirty="0">
                <a:solidFill>
                  <a:srgbClr val="333333"/>
                </a:solidFill>
                <a:latin typeface="黑体"/>
                <a:ea typeface="黑体"/>
              </a:rPr>
              <a:t>块级公式复杂测试</a:t>
            </a:r>
            <a:endParaRPr lang="zh-CN" altLang="en-US" b="1" dirty="0"/>
          </a:p>
        </p:txBody>
      </p:sp>
      <p:sp>
        <p:nvSpPr>
          <p:cNvPr id="69" name="SlideMD_14">
            <a:extLst>
              <a:ext uri="{FF2B5EF4-FFF2-40B4-BE49-F238E27FC236}">
                <a16:creationId xmlns:a16="http://schemas.microsoft.com/office/drawing/2014/main" id="{07C5EA07-E611-4207-BC65-1E82B6299A0C}"/>
              </a:ext>
            </a:extLst>
          </p:cNvPr>
          <p:cNvSpPr txBox="1"/>
          <p:nvPr/>
        </p:nvSpPr>
        <p:spPr>
          <a:xfrm>
            <a:off x="187616" y="6098207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70" name="SlideMD_15">
            <a:extLst>
              <a:ext uri="{FF2B5EF4-FFF2-40B4-BE49-F238E27FC236}">
                <a16:creationId xmlns:a16="http://schemas.microsoft.com/office/drawing/2014/main" id="{D8CA1249-82CC-445F-9A3B-B23257D2D0BE}"/>
              </a:ext>
            </a:extLst>
          </p:cNvPr>
          <p:cNvSpPr txBox="1"/>
          <p:nvPr/>
        </p:nvSpPr>
        <p:spPr>
          <a:xfrm>
            <a:off x="187616" y="6413167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复杂块级公式正确渲染为图片</a:t>
            </a:r>
            <a:endParaRPr lang="zh-CN" altLang="en-US"/>
          </a:p>
        </p:txBody>
      </p:sp>
      <p:pic>
        <p:nvPicPr>
          <p:cNvPr id="101" name="图片 100">
            <a:extLst>
              <a:ext uri="{FF2B5EF4-FFF2-40B4-BE49-F238E27FC236}">
                <a16:creationId xmlns:a16="http://schemas.microsoft.com/office/drawing/2014/main" id="{93B9AB73-2504-C1EF-9302-64373FD8384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54" y="675824"/>
            <a:ext cx="695325" cy="495300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B9A394A9-819C-E544-1B53-ABDFD583714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88066" y="1084248"/>
            <a:ext cx="723900" cy="495300"/>
          </a:xfrm>
          <a:prstGeom prst="rect">
            <a:avLst/>
          </a:prstGeom>
        </p:spPr>
      </p:pic>
      <p:pic>
        <p:nvPicPr>
          <p:cNvPr id="103" name="图片 102">
            <a:extLst>
              <a:ext uri="{FF2B5EF4-FFF2-40B4-BE49-F238E27FC236}">
                <a16:creationId xmlns:a16="http://schemas.microsoft.com/office/drawing/2014/main" id="{CEAE88C2-0B57-B133-DD9C-32A6070D652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607091" y="3316908"/>
            <a:ext cx="1085850" cy="600075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BF7D45C2-A025-65C3-2813-B50218A33C0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721391" y="4120183"/>
            <a:ext cx="857250" cy="657225"/>
          </a:xfrm>
          <a:prstGeom prst="rect">
            <a:avLst/>
          </a:prstGeom>
        </p:spPr>
      </p:pic>
      <p:pic>
        <p:nvPicPr>
          <p:cNvPr id="105" name="图片 104">
            <a:extLst>
              <a:ext uri="{FF2B5EF4-FFF2-40B4-BE49-F238E27FC236}">
                <a16:creationId xmlns:a16="http://schemas.microsoft.com/office/drawing/2014/main" id="{51B94594-9E3E-6071-63D7-E80829A9C05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449929" y="4980608"/>
            <a:ext cx="1400175" cy="914400"/>
          </a:xfrm>
          <a:prstGeom prst="rect">
            <a:avLst/>
          </a:prstGeom>
        </p:spPr>
      </p:pic>
      <p:sp>
        <p:nvSpPr>
          <p:cNvPr id="71" name="SlideMD_16">
            <a:extLst>
              <a:ext uri="{FF2B5EF4-FFF2-40B4-BE49-F238E27FC236}">
                <a16:creationId xmlns:a16="http://schemas.microsoft.com/office/drawing/2014/main" id="{689CDDAC-9CFB-4312-9374-475F8A0EE9F0}"/>
              </a:ext>
            </a:extLst>
          </p:cNvPr>
          <p:cNvSpPr txBox="1"/>
          <p:nvPr/>
        </p:nvSpPr>
        <p:spPr>
          <a:xfrm>
            <a:off x="6344137" y="-50617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7.5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特殊数学字体测试</a:t>
            </a:r>
            <a:endParaRPr lang="zh-CN" altLang="en-US" b="1"/>
          </a:p>
        </p:txBody>
      </p:sp>
      <p:sp>
        <p:nvSpPr>
          <p:cNvPr id="72" name="SlideMD_17">
            <a:extLst>
              <a:ext uri="{FF2B5EF4-FFF2-40B4-BE49-F238E27FC236}">
                <a16:creationId xmlns:a16="http://schemas.microsoft.com/office/drawing/2014/main" id="{8222BDB5-D5F0-424B-861E-E10A912F750A}"/>
              </a:ext>
            </a:extLst>
          </p:cNvPr>
          <p:cNvSpPr txBox="1"/>
          <p:nvPr/>
        </p:nvSpPr>
        <p:spPr>
          <a:xfrm>
            <a:off x="6344137" y="349776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73" name="SlideMD_18">
            <a:extLst>
              <a:ext uri="{FF2B5EF4-FFF2-40B4-BE49-F238E27FC236}">
                <a16:creationId xmlns:a16="http://schemas.microsoft.com/office/drawing/2014/main" id="{4588067B-6824-4CC7-B3B0-6F0763F13EC6}"/>
              </a:ext>
            </a:extLst>
          </p:cNvPr>
          <p:cNvSpPr txBox="1"/>
          <p:nvPr/>
        </p:nvSpPr>
        <p:spPr>
          <a:xfrm>
            <a:off x="6344137" y="381272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各种数学字体正确渲染</a:t>
            </a:r>
            <a:endParaRPr lang="zh-CN" altLang="en-US"/>
          </a:p>
        </p:txBody>
      </p:sp>
      <p:sp>
        <p:nvSpPr>
          <p:cNvPr id="74" name="SlideMD_19">
            <a:extLst>
              <a:ext uri="{FF2B5EF4-FFF2-40B4-BE49-F238E27FC236}">
                <a16:creationId xmlns:a16="http://schemas.microsoft.com/office/drawing/2014/main" id="{BE8DAAC3-5157-4A0E-9F19-96EF6368DAC0}"/>
              </a:ext>
            </a:extLst>
          </p:cNvPr>
          <p:cNvSpPr txBox="1"/>
          <p:nvPr/>
        </p:nvSpPr>
        <p:spPr>
          <a:xfrm>
            <a:off x="6344137" y="4127683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7.6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希腊字母测试</a:t>
            </a:r>
            <a:endParaRPr lang="zh-CN" altLang="en-US" b="1"/>
          </a:p>
        </p:txBody>
      </p:sp>
      <p:sp>
        <p:nvSpPr>
          <p:cNvPr id="75" name="SlideMD_20">
            <a:extLst>
              <a:ext uri="{FF2B5EF4-FFF2-40B4-BE49-F238E27FC236}">
                <a16:creationId xmlns:a16="http://schemas.microsoft.com/office/drawing/2014/main" id="{DE1BA593-6B09-47BE-9B10-FA22692A2A19}"/>
              </a:ext>
            </a:extLst>
          </p:cNvPr>
          <p:cNvSpPr txBox="1"/>
          <p:nvPr/>
        </p:nvSpPr>
        <p:spPr>
          <a:xfrm>
            <a:off x="6344137" y="624731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76" name="SlideMD_21">
            <a:extLst>
              <a:ext uri="{FF2B5EF4-FFF2-40B4-BE49-F238E27FC236}">
                <a16:creationId xmlns:a16="http://schemas.microsoft.com/office/drawing/2014/main" id="{E5E46BC6-F2CD-4BD1-A5D4-F16ED89ACAFA}"/>
              </a:ext>
            </a:extLst>
          </p:cNvPr>
          <p:cNvSpPr txBox="1"/>
          <p:nvPr/>
        </p:nvSpPr>
        <p:spPr>
          <a:xfrm>
            <a:off x="6344137" y="656227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希腊字母正确显示</a:t>
            </a:r>
            <a:endParaRPr lang="zh-CN" altLang="en-US"/>
          </a:p>
        </p:txBody>
      </p:sp>
      <p:pic>
        <p:nvPicPr>
          <p:cNvPr id="106" name="图片 105">
            <a:extLst>
              <a:ext uri="{FF2B5EF4-FFF2-40B4-BE49-F238E27FC236}">
                <a16:creationId xmlns:a16="http://schemas.microsoft.com/office/drawing/2014/main" id="{01489468-D471-76D9-32AB-91B090DA4EF7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344137" y="640264"/>
            <a:ext cx="2047875" cy="323850"/>
          </a:xfrm>
          <a:prstGeom prst="rect">
            <a:avLst/>
          </a:prstGeom>
        </p:spPr>
      </p:pic>
      <p:pic>
        <p:nvPicPr>
          <p:cNvPr id="107" name="图片 106">
            <a:extLst>
              <a:ext uri="{FF2B5EF4-FFF2-40B4-BE49-F238E27FC236}">
                <a16:creationId xmlns:a16="http://schemas.microsoft.com/office/drawing/2014/main" id="{8435D380-0FE7-61DE-EB93-9E704001E5EF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344137" y="1116514"/>
            <a:ext cx="1295400" cy="323850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8FBEF92B-F697-57D3-E1EA-1D6260D1B020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344137" y="1592764"/>
            <a:ext cx="1247775" cy="323850"/>
          </a:xfrm>
          <a:prstGeom prst="rect">
            <a:avLst/>
          </a:prstGeom>
        </p:spPr>
      </p:pic>
      <p:pic>
        <p:nvPicPr>
          <p:cNvPr id="109" name="图片 108">
            <a:extLst>
              <a:ext uri="{FF2B5EF4-FFF2-40B4-BE49-F238E27FC236}">
                <a16:creationId xmlns:a16="http://schemas.microsoft.com/office/drawing/2014/main" id="{BA67569A-E4A9-0CC4-BFEE-0F3A5F1F012D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344137" y="2069014"/>
            <a:ext cx="1123950" cy="323850"/>
          </a:xfrm>
          <a:prstGeom prst="rect">
            <a:avLst/>
          </a:prstGeom>
        </p:spPr>
      </p:pic>
      <p:pic>
        <p:nvPicPr>
          <p:cNvPr id="110" name="图片 109">
            <a:extLst>
              <a:ext uri="{FF2B5EF4-FFF2-40B4-BE49-F238E27FC236}">
                <a16:creationId xmlns:a16="http://schemas.microsoft.com/office/drawing/2014/main" id="{B7B6606F-0BF5-880D-3239-260C4BF994FA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344137" y="2545264"/>
            <a:ext cx="1076325" cy="323850"/>
          </a:xfrm>
          <a:prstGeom prst="rect">
            <a:avLst/>
          </a:prstGeom>
        </p:spPr>
      </p:pic>
      <p:pic>
        <p:nvPicPr>
          <p:cNvPr id="111" name="图片 110">
            <a:extLst>
              <a:ext uri="{FF2B5EF4-FFF2-40B4-BE49-F238E27FC236}">
                <a16:creationId xmlns:a16="http://schemas.microsoft.com/office/drawing/2014/main" id="{3BA6CE82-CE7D-D16E-479C-E75BF8DAD086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6344137" y="3021514"/>
            <a:ext cx="971550" cy="323850"/>
          </a:xfrm>
          <a:prstGeom prst="rect">
            <a:avLst/>
          </a:prstGeom>
        </p:spPr>
      </p:pic>
      <p:pic>
        <p:nvPicPr>
          <p:cNvPr id="112" name="图片 111">
            <a:extLst>
              <a:ext uri="{FF2B5EF4-FFF2-40B4-BE49-F238E27FC236}">
                <a16:creationId xmlns:a16="http://schemas.microsoft.com/office/drawing/2014/main" id="{626C95A7-3C34-C1C0-8739-9A181363D2C3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6344137" y="4818564"/>
            <a:ext cx="1771650" cy="323850"/>
          </a:xfrm>
          <a:prstGeom prst="rect">
            <a:avLst/>
          </a:prstGeom>
        </p:spPr>
      </p:pic>
      <p:pic>
        <p:nvPicPr>
          <p:cNvPr id="113" name="图片 112">
            <a:extLst>
              <a:ext uri="{FF2B5EF4-FFF2-40B4-BE49-F238E27FC236}">
                <a16:creationId xmlns:a16="http://schemas.microsoft.com/office/drawing/2014/main" id="{1333D52D-CC0E-27EB-1321-62AC6D441C4D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6344137" y="5294814"/>
            <a:ext cx="2171700" cy="323850"/>
          </a:xfrm>
          <a:prstGeom prst="rect">
            <a:avLst/>
          </a:prstGeom>
        </p:spPr>
      </p:pic>
      <p:pic>
        <p:nvPicPr>
          <p:cNvPr id="114" name="图片 113">
            <a:extLst>
              <a:ext uri="{FF2B5EF4-FFF2-40B4-BE49-F238E27FC236}">
                <a16:creationId xmlns:a16="http://schemas.microsoft.com/office/drawing/2014/main" id="{8CBC4266-8DF3-0757-1280-D34D795C0CB3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344137" y="5771064"/>
            <a:ext cx="1457325" cy="32385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88F676E-59D5-1052-EEEE-2E7749F65445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2316454" y="3316908"/>
            <a:ext cx="11334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3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MD_22">
            <a:extLst>
              <a:ext uri="{FF2B5EF4-FFF2-40B4-BE49-F238E27FC236}">
                <a16:creationId xmlns:a16="http://schemas.microsoft.com/office/drawing/2014/main" id="{519459D7-6D5B-4D12-A897-A786D9A4669D}"/>
              </a:ext>
            </a:extLst>
          </p:cNvPr>
          <p:cNvSpPr txBox="1"/>
          <p:nvPr/>
        </p:nvSpPr>
        <p:spPr>
          <a:xfrm>
            <a:off x="374483" y="181003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7.7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数学运算符测试</a:t>
            </a:r>
            <a:endParaRPr lang="zh-CN" altLang="en-US" b="1"/>
          </a:p>
        </p:txBody>
      </p:sp>
      <p:sp>
        <p:nvSpPr>
          <p:cNvPr id="78" name="SlideMD_23">
            <a:extLst>
              <a:ext uri="{FF2B5EF4-FFF2-40B4-BE49-F238E27FC236}">
                <a16:creationId xmlns:a16="http://schemas.microsoft.com/office/drawing/2014/main" id="{13ED6115-924B-4913-BFE9-46993698234F}"/>
              </a:ext>
            </a:extLst>
          </p:cNvPr>
          <p:cNvSpPr txBox="1"/>
          <p:nvPr/>
        </p:nvSpPr>
        <p:spPr>
          <a:xfrm>
            <a:off x="374483" y="277688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79" name="SlideMD_24">
            <a:extLst>
              <a:ext uri="{FF2B5EF4-FFF2-40B4-BE49-F238E27FC236}">
                <a16:creationId xmlns:a16="http://schemas.microsoft.com/office/drawing/2014/main" id="{19F9384B-A5E8-4BF8-A78F-0FE9B24FDAB5}"/>
              </a:ext>
            </a:extLst>
          </p:cNvPr>
          <p:cNvSpPr txBox="1"/>
          <p:nvPr/>
        </p:nvSpPr>
        <p:spPr>
          <a:xfrm>
            <a:off x="374483" y="3091843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数学符号正确显示</a:t>
            </a:r>
            <a:endParaRPr lang="zh-CN" altLang="en-US"/>
          </a:p>
        </p:txBody>
      </p:sp>
      <p:sp>
        <p:nvSpPr>
          <p:cNvPr id="80" name="SlideMD_25">
            <a:extLst>
              <a:ext uri="{FF2B5EF4-FFF2-40B4-BE49-F238E27FC236}">
                <a16:creationId xmlns:a16="http://schemas.microsoft.com/office/drawing/2014/main" id="{3993AB3D-CC45-44DD-A7E9-59D7CCB29301}"/>
              </a:ext>
            </a:extLst>
          </p:cNvPr>
          <p:cNvSpPr txBox="1"/>
          <p:nvPr/>
        </p:nvSpPr>
        <p:spPr>
          <a:xfrm>
            <a:off x="374483" y="3406803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7.8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方括号分隔符测试</a:t>
            </a:r>
            <a:endParaRPr lang="zh-CN" altLang="en-US" b="1"/>
          </a:p>
        </p:txBody>
      </p:sp>
      <p:sp>
        <p:nvSpPr>
          <p:cNvPr id="81" name="SlideMD_26">
            <a:extLst>
              <a:ext uri="{FF2B5EF4-FFF2-40B4-BE49-F238E27FC236}">
                <a16:creationId xmlns:a16="http://schemas.microsoft.com/office/drawing/2014/main" id="{6F25022F-2190-403D-90CF-256FC26D5E32}"/>
              </a:ext>
            </a:extLst>
          </p:cNvPr>
          <p:cNvSpPr txBox="1"/>
          <p:nvPr/>
        </p:nvSpPr>
        <p:spPr>
          <a:xfrm>
            <a:off x="374483" y="409768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行内公式：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[ E = mc^2 ]</a:t>
            </a:r>
            <a:endParaRPr lang="zh-CN" altLang="en-US"/>
          </a:p>
        </p:txBody>
      </p:sp>
      <p:sp>
        <p:nvSpPr>
          <p:cNvPr id="82" name="SlideMD_27">
            <a:extLst>
              <a:ext uri="{FF2B5EF4-FFF2-40B4-BE49-F238E27FC236}">
                <a16:creationId xmlns:a16="http://schemas.microsoft.com/office/drawing/2014/main" id="{FC79B6D3-AA59-43D1-818F-FF8AD9DAEC5D}"/>
              </a:ext>
            </a:extLst>
          </p:cNvPr>
          <p:cNvSpPr txBox="1"/>
          <p:nvPr/>
        </p:nvSpPr>
        <p:spPr>
          <a:xfrm>
            <a:off x="374483" y="4412644"/>
            <a:ext cx="79248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dirty="0">
                <a:solidFill>
                  <a:srgbClr val="333333"/>
                </a:solidFill>
                <a:latin typeface="黑体"/>
                <a:ea typeface="黑体"/>
              </a:rPr>
              <a:t>块级公式：</a:t>
            </a:r>
            <a:r>
              <a:rPr lang="zh-CN" altLang="en-US" sz="800" dirty="0">
                <a:solidFill>
                  <a:srgbClr val="333333"/>
                </a:solidFill>
                <a:latin typeface="Times New Roman"/>
                <a:cs typeface="Times New Roman"/>
              </a:rPr>
              <a:t>
</a:t>
            </a:r>
            <a:r>
              <a:rPr lang="en-US" altLang="zh-CN" sz="800" dirty="0">
                <a:solidFill>
                  <a:srgbClr val="333333"/>
                </a:solidFill>
                <a:latin typeface="Times New Roman"/>
                <a:cs typeface="Times New Roman"/>
              </a:rPr>
              <a:t>[
\frac{-b \pm \sqrt{b^2-4ac}}{2a}
]</a:t>
            </a:r>
            <a:endParaRPr lang="zh-CN" altLang="en-US" dirty="0"/>
          </a:p>
        </p:txBody>
      </p:sp>
      <p:sp>
        <p:nvSpPr>
          <p:cNvPr id="83" name="SlideMD_28">
            <a:extLst>
              <a:ext uri="{FF2B5EF4-FFF2-40B4-BE49-F238E27FC236}">
                <a16:creationId xmlns:a16="http://schemas.microsoft.com/office/drawing/2014/main" id="{2714049A-02B0-41B5-8494-BEEF9265757F}"/>
              </a:ext>
            </a:extLst>
          </p:cNvPr>
          <p:cNvSpPr txBox="1"/>
          <p:nvPr/>
        </p:nvSpPr>
        <p:spPr>
          <a:xfrm>
            <a:off x="374483" y="472760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84" name="SlideMD_29">
            <a:extLst>
              <a:ext uri="{FF2B5EF4-FFF2-40B4-BE49-F238E27FC236}">
                <a16:creationId xmlns:a16="http://schemas.microsoft.com/office/drawing/2014/main" id="{1B44A5A9-E962-4304-ACA0-897D3F854589}"/>
              </a:ext>
            </a:extLst>
          </p:cNvPr>
          <p:cNvSpPr txBox="1"/>
          <p:nvPr/>
        </p:nvSpPr>
        <p:spPr>
          <a:xfrm>
            <a:off x="374483" y="504256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\[...\]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分隔符正确识别并渲染</a:t>
            </a:r>
            <a:endParaRPr lang="zh-CN" altLang="en-US"/>
          </a:p>
        </p:txBody>
      </p:sp>
      <p:sp>
        <p:nvSpPr>
          <p:cNvPr id="85" name="SlideMD_30">
            <a:extLst>
              <a:ext uri="{FF2B5EF4-FFF2-40B4-BE49-F238E27FC236}">
                <a16:creationId xmlns:a16="http://schemas.microsoft.com/office/drawing/2014/main" id="{C026D514-0853-4C7A-88A8-8D8C130970A5}"/>
              </a:ext>
            </a:extLst>
          </p:cNvPr>
          <p:cNvSpPr txBox="1"/>
          <p:nvPr/>
        </p:nvSpPr>
        <p:spPr>
          <a:xfrm>
            <a:off x="5867400" y="181003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7.9 begin/end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环境测试</a:t>
            </a:r>
            <a:endParaRPr lang="zh-CN" altLang="en-US" b="1"/>
          </a:p>
        </p:txBody>
      </p:sp>
      <p:sp>
        <p:nvSpPr>
          <p:cNvPr id="87" name="SlideMD_32">
            <a:extLst>
              <a:ext uri="{FF2B5EF4-FFF2-40B4-BE49-F238E27FC236}">
                <a16:creationId xmlns:a16="http://schemas.microsoft.com/office/drawing/2014/main" id="{D04A9D46-179D-4A82-8ECA-AB7CBF978549}"/>
              </a:ext>
            </a:extLst>
          </p:cNvPr>
          <p:cNvSpPr txBox="1"/>
          <p:nvPr/>
        </p:nvSpPr>
        <p:spPr>
          <a:xfrm>
            <a:off x="5867400" y="1122023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88" name="SlideMD_33">
            <a:extLst>
              <a:ext uri="{FF2B5EF4-FFF2-40B4-BE49-F238E27FC236}">
                <a16:creationId xmlns:a16="http://schemas.microsoft.com/office/drawing/2014/main" id="{65E3DDF8-6F5F-4576-BE75-4E0D4AFED0F1}"/>
              </a:ext>
            </a:extLst>
          </p:cNvPr>
          <p:cNvSpPr txBox="1"/>
          <p:nvPr/>
        </p:nvSpPr>
        <p:spPr>
          <a:xfrm>
            <a:off x="5867400" y="1436983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 dirty="0">
                <a:solidFill>
                  <a:srgbClr val="333333"/>
                </a:solidFill>
                <a:latin typeface="Times New Roman"/>
                <a:cs typeface="Times New Roman"/>
              </a:rPr>
              <a:t>• begin/end </a:t>
            </a:r>
            <a:r>
              <a:rPr lang="zh-CN" altLang="en-US" sz="800" dirty="0">
                <a:solidFill>
                  <a:srgbClr val="333333"/>
                </a:solidFill>
                <a:latin typeface="黑体"/>
                <a:ea typeface="黑体"/>
              </a:rPr>
              <a:t>环境正确解析</a:t>
            </a:r>
            <a:endParaRPr lang="zh-CN" altLang="en-US" dirty="0"/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1CA025CD-B267-51CC-F63F-77D1BEA33D8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4483" y="871884"/>
            <a:ext cx="1828800" cy="323850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E46B3478-BEF1-E6E2-4303-A04C4875974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4483" y="1348134"/>
            <a:ext cx="1943100" cy="323850"/>
          </a:xfrm>
          <a:prstGeom prst="rect">
            <a:avLst/>
          </a:prstGeom>
        </p:spPr>
      </p:pic>
      <p:pic>
        <p:nvPicPr>
          <p:cNvPr id="117" name="图片 116">
            <a:extLst>
              <a:ext uri="{FF2B5EF4-FFF2-40B4-BE49-F238E27FC236}">
                <a16:creationId xmlns:a16="http://schemas.microsoft.com/office/drawing/2014/main" id="{3AB9CD3B-7D9E-D7C0-18A1-E5D15CE4FE3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74483" y="1824384"/>
            <a:ext cx="1714500" cy="323850"/>
          </a:xfrm>
          <a:prstGeom prst="rect">
            <a:avLst/>
          </a:prstGeom>
        </p:spPr>
      </p:pic>
      <p:pic>
        <p:nvPicPr>
          <p:cNvPr id="118" name="图片 117">
            <a:extLst>
              <a:ext uri="{FF2B5EF4-FFF2-40B4-BE49-F238E27FC236}">
                <a16:creationId xmlns:a16="http://schemas.microsoft.com/office/drawing/2014/main" id="{B99A6308-F4AF-6249-3B73-28FE2E9496CE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74483" y="2300634"/>
            <a:ext cx="1609725" cy="3238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F76ED05-E3A5-92FC-84EA-26929DE2178E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880021" y="639958"/>
            <a:ext cx="790575" cy="5619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CB46AFA-89BB-AB8E-EAF9-408154C90C0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958101" y="577575"/>
            <a:ext cx="790575" cy="5905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91E32D-72CB-3C63-DC30-72E3B239909C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036181" y="584307"/>
            <a:ext cx="790575" cy="590550"/>
          </a:xfrm>
          <a:prstGeom prst="rect">
            <a:avLst/>
          </a:prstGeom>
        </p:spPr>
      </p:pic>
      <p:sp>
        <p:nvSpPr>
          <p:cNvPr id="15" name="SlideMD_34">
            <a:extLst>
              <a:ext uri="{FF2B5EF4-FFF2-40B4-BE49-F238E27FC236}">
                <a16:creationId xmlns:a16="http://schemas.microsoft.com/office/drawing/2014/main" id="{90E658CF-B39C-30D9-5345-ACDF3585DF42}"/>
              </a:ext>
            </a:extLst>
          </p:cNvPr>
          <p:cNvSpPr txBox="1"/>
          <p:nvPr/>
        </p:nvSpPr>
        <p:spPr>
          <a:xfrm>
            <a:off x="5864356" y="197342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7.10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混合文本与公式测试</a:t>
            </a:r>
            <a:endParaRPr lang="zh-CN" altLang="en-US" b="1"/>
          </a:p>
        </p:txBody>
      </p:sp>
      <p:sp>
        <p:nvSpPr>
          <p:cNvPr id="16" name="SlideMD_35">
            <a:extLst>
              <a:ext uri="{FF2B5EF4-FFF2-40B4-BE49-F238E27FC236}">
                <a16:creationId xmlns:a16="http://schemas.microsoft.com/office/drawing/2014/main" id="{EA9FF6B8-541C-8A88-2B45-5A6D1B9AD363}"/>
              </a:ext>
            </a:extLst>
          </p:cNvPr>
          <p:cNvSpPr txBox="1"/>
          <p:nvPr/>
        </p:nvSpPr>
        <p:spPr>
          <a:xfrm>
            <a:off x="5864356" y="409305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17" name="SlideMD_36">
            <a:extLst>
              <a:ext uri="{FF2B5EF4-FFF2-40B4-BE49-F238E27FC236}">
                <a16:creationId xmlns:a16="http://schemas.microsoft.com/office/drawing/2014/main" id="{0AABDF47-BD43-A341-7CA4-15F4268B8641}"/>
              </a:ext>
            </a:extLst>
          </p:cNvPr>
          <p:cNvSpPr txBox="1"/>
          <p:nvPr/>
        </p:nvSpPr>
        <p:spPr>
          <a:xfrm>
            <a:off x="5864356" y="440801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文本与公式混合正确渲染</a:t>
            </a:r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4EF87E4-FB03-454F-F602-40634E0C39B1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864356" y="2664300"/>
            <a:ext cx="3086100" cy="32385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86CFF7B-74EE-8B93-569B-2CDFE432458E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864356" y="3140550"/>
            <a:ext cx="2028825" cy="3238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8C8A826-1EC3-823E-9B66-1ADD7AA8E796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5864356" y="3616800"/>
            <a:ext cx="3286125" cy="323850"/>
          </a:xfrm>
          <a:prstGeom prst="rect">
            <a:avLst/>
          </a:prstGeom>
        </p:spPr>
      </p:pic>
      <p:sp>
        <p:nvSpPr>
          <p:cNvPr id="21" name="SlideMD_0">
            <a:extLst>
              <a:ext uri="{FF2B5EF4-FFF2-40B4-BE49-F238E27FC236}">
                <a16:creationId xmlns:a16="http://schemas.microsoft.com/office/drawing/2014/main" id="{5170FABA-1485-4B03-A883-D7F0265EC098}"/>
              </a:ext>
            </a:extLst>
          </p:cNvPr>
          <p:cNvSpPr txBox="1"/>
          <p:nvPr/>
        </p:nvSpPr>
        <p:spPr>
          <a:xfrm>
            <a:off x="5864356" y="564581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迁移学习</a:t>
            </a:r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57B1A99-C1DF-E1A9-4B01-B0528727BCD0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864356" y="4896514"/>
            <a:ext cx="1609725" cy="32385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DB21EA1-B6B8-0EC1-ED2F-4153941988E0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5864356" y="5271164"/>
            <a:ext cx="31242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1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09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lideMD_0">
            <a:extLst>
              <a:ext uri="{FF2B5EF4-FFF2-40B4-BE49-F238E27FC236}">
                <a16:creationId xmlns:a16="http://schemas.microsoft.com/office/drawing/2014/main" id="{A9F752FF-AE1D-431E-905C-08635EE23AE3}"/>
              </a:ext>
            </a:extLst>
          </p:cNvPr>
          <p:cNvSpPr txBox="1"/>
          <p:nvPr/>
        </p:nvSpPr>
        <p:spPr>
          <a:xfrm>
            <a:off x="609600" y="60960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800" b="1">
                <a:solidFill>
                  <a:srgbClr val="333333"/>
                </a:solidFill>
                <a:latin typeface="黑体"/>
                <a:ea typeface="黑体"/>
              </a:rPr>
              <a:t>五、</a:t>
            </a:r>
            <a:r>
              <a:rPr lang="en-US" altLang="zh-CN" sz="2800" b="1">
                <a:solidFill>
                  <a:srgbClr val="333333"/>
                </a:solidFill>
                <a:latin typeface="Times New Roman"/>
                <a:cs typeface="Times New Roman"/>
              </a:rPr>
              <a:t>GitHub </a:t>
            </a:r>
            <a:r>
              <a:rPr lang="zh-CN" altLang="en-US" sz="2800" b="1">
                <a:solidFill>
                  <a:srgbClr val="333333"/>
                </a:solidFill>
                <a:latin typeface="黑体"/>
                <a:ea typeface="黑体"/>
              </a:rPr>
              <a:t>风格提示块测试</a:t>
            </a:r>
            <a:endParaRPr lang="zh-CN" altLang="en-US" b="1"/>
          </a:p>
        </p:txBody>
      </p:sp>
      <p:sp>
        <p:nvSpPr>
          <p:cNvPr id="112" name="SlideMD_1">
            <a:extLst>
              <a:ext uri="{FF2B5EF4-FFF2-40B4-BE49-F238E27FC236}">
                <a16:creationId xmlns:a16="http://schemas.microsoft.com/office/drawing/2014/main" id="{5B7B5F68-9ED3-4700-9F61-205E7385F6FF}"/>
              </a:ext>
            </a:extLst>
          </p:cNvPr>
          <p:cNvSpPr txBox="1"/>
          <p:nvPr/>
        </p:nvSpPr>
        <p:spPr>
          <a:xfrm>
            <a:off x="609600" y="138176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5.1 NOTE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提示</a:t>
            </a:r>
            <a:endParaRPr lang="zh-CN" altLang="en-US" b="1"/>
          </a:p>
        </p:txBody>
      </p:sp>
      <p:sp>
        <p:nvSpPr>
          <p:cNvPr id="113" name="SlideMD_2">
            <a:extLst>
              <a:ext uri="{FF2B5EF4-FFF2-40B4-BE49-F238E27FC236}">
                <a16:creationId xmlns:a16="http://schemas.microsoft.com/office/drawing/2014/main" id="{2BAA9085-AE2C-4841-AD19-6475776C0AFB}"/>
              </a:ext>
            </a:extLst>
          </p:cNvPr>
          <p:cNvSpPr/>
          <p:nvPr/>
        </p:nvSpPr>
        <p:spPr>
          <a:xfrm>
            <a:off x="609600" y="2072640"/>
            <a:ext cx="7924800" cy="182880"/>
          </a:xfrm>
          <a:prstGeom prst="rect">
            <a:avLst/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4" name="SlideMD_3">
            <a:extLst>
              <a:ext uri="{FF2B5EF4-FFF2-40B4-BE49-F238E27FC236}">
                <a16:creationId xmlns:a16="http://schemas.microsoft.com/office/drawing/2014/main" id="{9E4CBBA4-5BD7-4CF8-949C-CB7523B4DA1F}"/>
              </a:ext>
            </a:extLst>
          </p:cNvPr>
          <p:cNvSpPr txBox="1"/>
          <p:nvPr/>
        </p:nvSpPr>
        <p:spPr>
          <a:xfrm>
            <a:off x="736600" y="2072640"/>
            <a:ext cx="7670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1976D2"/>
                </a:solidFill>
                <a:latin typeface="Times New Roman"/>
                <a:cs typeface="Times New Roman"/>
              </a:rPr>
              <a:t>📝 </a:t>
            </a:r>
            <a:r>
              <a:rPr lang="zh-CN" altLang="en-US" sz="800" b="1">
                <a:solidFill>
                  <a:srgbClr val="1976D2"/>
                </a:solidFill>
                <a:latin typeface="黑体"/>
                <a:ea typeface="黑体"/>
              </a:rPr>
              <a:t>注意</a:t>
            </a:r>
            <a:endParaRPr lang="zh-CN" altLang="en-US"/>
          </a:p>
        </p:txBody>
      </p:sp>
      <p:sp>
        <p:nvSpPr>
          <p:cNvPr id="115" name="SlideMD_4">
            <a:extLst>
              <a:ext uri="{FF2B5EF4-FFF2-40B4-BE49-F238E27FC236}">
                <a16:creationId xmlns:a16="http://schemas.microsoft.com/office/drawing/2014/main" id="{8664F3C6-AF47-4346-AACF-0432C6E01E18}"/>
              </a:ext>
            </a:extLst>
          </p:cNvPr>
          <p:cNvSpPr txBox="1"/>
          <p:nvPr/>
        </p:nvSpPr>
        <p:spPr>
          <a:xfrm>
            <a:off x="609600" y="2255520"/>
            <a:ext cx="7924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
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这是一条注意提示，用于强调重要信息。</a:t>
            </a:r>
            <a:endParaRPr lang="zh-CN" altLang="en-US"/>
          </a:p>
        </p:txBody>
      </p:sp>
      <p:sp>
        <p:nvSpPr>
          <p:cNvPr id="116" name="SlideMD_5">
            <a:extLst>
              <a:ext uri="{FF2B5EF4-FFF2-40B4-BE49-F238E27FC236}">
                <a16:creationId xmlns:a16="http://schemas.microsoft.com/office/drawing/2014/main" id="{5FFC95DF-2436-4AD7-8843-537F6ED02BD1}"/>
              </a:ext>
            </a:extLst>
          </p:cNvPr>
          <p:cNvSpPr/>
          <p:nvPr/>
        </p:nvSpPr>
        <p:spPr>
          <a:xfrm>
            <a:off x="609600" y="2072640"/>
            <a:ext cx="50800" cy="497840"/>
          </a:xfrm>
          <a:prstGeom prst="rect">
            <a:avLst/>
          </a:prstGeom>
          <a:solidFill>
            <a:srgbClr val="1976D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7" name="SlideMD_6">
            <a:extLst>
              <a:ext uri="{FF2B5EF4-FFF2-40B4-BE49-F238E27FC236}">
                <a16:creationId xmlns:a16="http://schemas.microsoft.com/office/drawing/2014/main" id="{BE8ECF15-4056-4AC1-A391-43B8488F673C}"/>
              </a:ext>
            </a:extLst>
          </p:cNvPr>
          <p:cNvSpPr txBox="1"/>
          <p:nvPr/>
        </p:nvSpPr>
        <p:spPr>
          <a:xfrm>
            <a:off x="609600" y="274828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118" name="SlideMD_7">
            <a:extLst>
              <a:ext uri="{FF2B5EF4-FFF2-40B4-BE49-F238E27FC236}">
                <a16:creationId xmlns:a16="http://schemas.microsoft.com/office/drawing/2014/main" id="{77423EA3-FD4A-4526-BB3D-58E497FE6AEA}"/>
              </a:ext>
            </a:extLst>
          </p:cNvPr>
          <p:cNvSpPr txBox="1"/>
          <p:nvPr/>
        </p:nvSpPr>
        <p:spPr>
          <a:xfrm>
            <a:off x="609600" y="306324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蓝色主题</a:t>
            </a:r>
            <a:endParaRPr lang="zh-CN" altLang="en-US"/>
          </a:p>
        </p:txBody>
      </p:sp>
      <p:sp>
        <p:nvSpPr>
          <p:cNvPr id="119" name="SlideMD_8">
            <a:extLst>
              <a:ext uri="{FF2B5EF4-FFF2-40B4-BE49-F238E27FC236}">
                <a16:creationId xmlns:a16="http://schemas.microsoft.com/office/drawing/2014/main" id="{04981FCB-D83E-4716-BA5B-95FA02565598}"/>
              </a:ext>
            </a:extLst>
          </p:cNvPr>
          <p:cNvSpPr txBox="1"/>
          <p:nvPr/>
        </p:nvSpPr>
        <p:spPr>
          <a:xfrm>
            <a:off x="609600" y="327660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显示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"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📝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注意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"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标题</a:t>
            </a:r>
            <a:endParaRPr lang="zh-CN" altLang="en-US"/>
          </a:p>
        </p:txBody>
      </p:sp>
      <p:sp>
        <p:nvSpPr>
          <p:cNvPr id="120" name="SlideMD_9">
            <a:extLst>
              <a:ext uri="{FF2B5EF4-FFF2-40B4-BE49-F238E27FC236}">
                <a16:creationId xmlns:a16="http://schemas.microsoft.com/office/drawing/2014/main" id="{9843278B-27CE-446D-ABFB-EFD65FF5887B}"/>
              </a:ext>
            </a:extLst>
          </p:cNvPr>
          <p:cNvSpPr txBox="1"/>
          <p:nvPr/>
        </p:nvSpPr>
        <p:spPr>
          <a:xfrm>
            <a:off x="609600" y="359156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5.2 TIP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提示</a:t>
            </a:r>
            <a:endParaRPr lang="zh-CN" altLang="en-US" b="1"/>
          </a:p>
        </p:txBody>
      </p:sp>
      <p:sp>
        <p:nvSpPr>
          <p:cNvPr id="121" name="SlideMD_10">
            <a:extLst>
              <a:ext uri="{FF2B5EF4-FFF2-40B4-BE49-F238E27FC236}">
                <a16:creationId xmlns:a16="http://schemas.microsoft.com/office/drawing/2014/main" id="{11BF490B-27CD-443B-8630-D881E53AA0B3}"/>
              </a:ext>
            </a:extLst>
          </p:cNvPr>
          <p:cNvSpPr/>
          <p:nvPr/>
        </p:nvSpPr>
        <p:spPr>
          <a:xfrm>
            <a:off x="609600" y="4282440"/>
            <a:ext cx="7924800" cy="182880"/>
          </a:xfrm>
          <a:prstGeom prst="rect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2" name="SlideMD_11">
            <a:extLst>
              <a:ext uri="{FF2B5EF4-FFF2-40B4-BE49-F238E27FC236}">
                <a16:creationId xmlns:a16="http://schemas.microsoft.com/office/drawing/2014/main" id="{E9B57CE7-7D31-4449-AE14-6A4F3E528305}"/>
              </a:ext>
            </a:extLst>
          </p:cNvPr>
          <p:cNvSpPr txBox="1"/>
          <p:nvPr/>
        </p:nvSpPr>
        <p:spPr>
          <a:xfrm>
            <a:off x="736600" y="4282440"/>
            <a:ext cx="7670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88E3C"/>
                </a:solidFill>
                <a:latin typeface="Times New Roman"/>
                <a:cs typeface="Times New Roman"/>
              </a:rPr>
              <a:t>💡 </a:t>
            </a:r>
            <a:r>
              <a:rPr lang="zh-CN" altLang="en-US" sz="800" b="1">
                <a:solidFill>
                  <a:srgbClr val="388E3C"/>
                </a:solidFill>
                <a:latin typeface="黑体"/>
                <a:ea typeface="黑体"/>
              </a:rPr>
              <a:t>建议</a:t>
            </a:r>
            <a:endParaRPr lang="zh-CN" altLang="en-US"/>
          </a:p>
        </p:txBody>
      </p:sp>
      <p:sp>
        <p:nvSpPr>
          <p:cNvPr id="123" name="SlideMD_12">
            <a:extLst>
              <a:ext uri="{FF2B5EF4-FFF2-40B4-BE49-F238E27FC236}">
                <a16:creationId xmlns:a16="http://schemas.microsoft.com/office/drawing/2014/main" id="{D6AB4ED7-93F1-43DE-A98A-576C57F80B47}"/>
              </a:ext>
            </a:extLst>
          </p:cNvPr>
          <p:cNvSpPr txBox="1"/>
          <p:nvPr/>
        </p:nvSpPr>
        <p:spPr>
          <a:xfrm>
            <a:off x="609600" y="4465320"/>
            <a:ext cx="7924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
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这是一条建议提示，用于提供有用的技巧。</a:t>
            </a:r>
            <a:endParaRPr lang="zh-CN" altLang="en-US"/>
          </a:p>
        </p:txBody>
      </p:sp>
      <p:sp>
        <p:nvSpPr>
          <p:cNvPr id="124" name="SlideMD_13">
            <a:extLst>
              <a:ext uri="{FF2B5EF4-FFF2-40B4-BE49-F238E27FC236}">
                <a16:creationId xmlns:a16="http://schemas.microsoft.com/office/drawing/2014/main" id="{6BF8D61E-F4CA-44C4-8C12-669CF7B7C99B}"/>
              </a:ext>
            </a:extLst>
          </p:cNvPr>
          <p:cNvSpPr/>
          <p:nvPr/>
        </p:nvSpPr>
        <p:spPr>
          <a:xfrm>
            <a:off x="609600" y="4282440"/>
            <a:ext cx="50800" cy="497839"/>
          </a:xfrm>
          <a:prstGeom prst="rect">
            <a:avLst/>
          </a:prstGeom>
          <a:solidFill>
            <a:srgbClr val="388E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5" name="SlideMD_14">
            <a:extLst>
              <a:ext uri="{FF2B5EF4-FFF2-40B4-BE49-F238E27FC236}">
                <a16:creationId xmlns:a16="http://schemas.microsoft.com/office/drawing/2014/main" id="{808A03E0-4203-4A35-B3B8-A47EA1ED6DB9}"/>
              </a:ext>
            </a:extLst>
          </p:cNvPr>
          <p:cNvSpPr txBox="1"/>
          <p:nvPr/>
        </p:nvSpPr>
        <p:spPr>
          <a:xfrm>
            <a:off x="609600" y="495808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126" name="SlideMD_15">
            <a:extLst>
              <a:ext uri="{FF2B5EF4-FFF2-40B4-BE49-F238E27FC236}">
                <a16:creationId xmlns:a16="http://schemas.microsoft.com/office/drawing/2014/main" id="{AC5DBE83-CFB3-4642-AB52-0C9B67913298}"/>
              </a:ext>
            </a:extLst>
          </p:cNvPr>
          <p:cNvSpPr txBox="1"/>
          <p:nvPr/>
        </p:nvSpPr>
        <p:spPr>
          <a:xfrm>
            <a:off x="609600" y="527304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绿色主题</a:t>
            </a:r>
            <a:endParaRPr lang="zh-CN" altLang="en-US"/>
          </a:p>
        </p:txBody>
      </p:sp>
      <p:sp>
        <p:nvSpPr>
          <p:cNvPr id="127" name="SlideMD_16">
            <a:extLst>
              <a:ext uri="{FF2B5EF4-FFF2-40B4-BE49-F238E27FC236}">
                <a16:creationId xmlns:a16="http://schemas.microsoft.com/office/drawing/2014/main" id="{E367C12D-0A2D-47EE-8641-57B28765C4FC}"/>
              </a:ext>
            </a:extLst>
          </p:cNvPr>
          <p:cNvSpPr txBox="1"/>
          <p:nvPr/>
        </p:nvSpPr>
        <p:spPr>
          <a:xfrm>
            <a:off x="609600" y="5486400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显示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"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💡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建议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"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标题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799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MD_17">
            <a:extLst>
              <a:ext uri="{FF2B5EF4-FFF2-40B4-BE49-F238E27FC236}">
                <a16:creationId xmlns:a16="http://schemas.microsoft.com/office/drawing/2014/main" id="{265FD61D-623B-4A71-BA01-916CD9BD01A1}"/>
              </a:ext>
            </a:extLst>
          </p:cNvPr>
          <p:cNvSpPr txBox="1"/>
          <p:nvPr/>
        </p:nvSpPr>
        <p:spPr>
          <a:xfrm>
            <a:off x="609600" y="174229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5.3 IMPORTANT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提示</a:t>
            </a:r>
            <a:endParaRPr lang="zh-CN" altLang="en-US" b="1"/>
          </a:p>
        </p:txBody>
      </p:sp>
      <p:sp>
        <p:nvSpPr>
          <p:cNvPr id="129" name="SlideMD_18">
            <a:extLst>
              <a:ext uri="{FF2B5EF4-FFF2-40B4-BE49-F238E27FC236}">
                <a16:creationId xmlns:a16="http://schemas.microsoft.com/office/drawing/2014/main" id="{4EA7A87B-1032-40A4-926A-AE528BEEEB33}"/>
              </a:ext>
            </a:extLst>
          </p:cNvPr>
          <p:cNvSpPr/>
          <p:nvPr/>
        </p:nvSpPr>
        <p:spPr>
          <a:xfrm>
            <a:off x="609600" y="865109"/>
            <a:ext cx="7924800" cy="182880"/>
          </a:xfrm>
          <a:prstGeom prst="rect">
            <a:avLst/>
          </a:prstGeom>
          <a:solidFill>
            <a:srgbClr val="F3E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0" name="SlideMD_19">
            <a:extLst>
              <a:ext uri="{FF2B5EF4-FFF2-40B4-BE49-F238E27FC236}">
                <a16:creationId xmlns:a16="http://schemas.microsoft.com/office/drawing/2014/main" id="{0DF70D0F-A6EE-4F60-96A5-24019F8FC2F9}"/>
              </a:ext>
            </a:extLst>
          </p:cNvPr>
          <p:cNvSpPr txBox="1"/>
          <p:nvPr/>
        </p:nvSpPr>
        <p:spPr>
          <a:xfrm>
            <a:off x="736600" y="865109"/>
            <a:ext cx="7670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7B1FA2"/>
                </a:solidFill>
                <a:latin typeface="Times New Roman"/>
                <a:cs typeface="Times New Roman"/>
              </a:rPr>
              <a:t>❗ </a:t>
            </a:r>
            <a:r>
              <a:rPr lang="zh-CN" altLang="en-US" sz="800" b="1">
                <a:solidFill>
                  <a:srgbClr val="7B1FA2"/>
                </a:solidFill>
                <a:latin typeface="黑体"/>
                <a:ea typeface="黑体"/>
              </a:rPr>
              <a:t>重要</a:t>
            </a:r>
            <a:endParaRPr lang="zh-CN" altLang="en-US"/>
          </a:p>
        </p:txBody>
      </p:sp>
      <p:sp>
        <p:nvSpPr>
          <p:cNvPr id="131" name="SlideMD_20">
            <a:extLst>
              <a:ext uri="{FF2B5EF4-FFF2-40B4-BE49-F238E27FC236}">
                <a16:creationId xmlns:a16="http://schemas.microsoft.com/office/drawing/2014/main" id="{4E52A3B4-7AC9-4468-AE62-9D70FE12B2AC}"/>
              </a:ext>
            </a:extLst>
          </p:cNvPr>
          <p:cNvSpPr txBox="1"/>
          <p:nvPr/>
        </p:nvSpPr>
        <p:spPr>
          <a:xfrm>
            <a:off x="609600" y="1047989"/>
            <a:ext cx="7924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
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这是一条重要提示，用于强调关键信息。</a:t>
            </a:r>
            <a:endParaRPr lang="zh-CN" altLang="en-US"/>
          </a:p>
        </p:txBody>
      </p:sp>
      <p:sp>
        <p:nvSpPr>
          <p:cNvPr id="132" name="SlideMD_21">
            <a:extLst>
              <a:ext uri="{FF2B5EF4-FFF2-40B4-BE49-F238E27FC236}">
                <a16:creationId xmlns:a16="http://schemas.microsoft.com/office/drawing/2014/main" id="{167474DB-B0D3-4490-9E98-3C2F2C9D013E}"/>
              </a:ext>
            </a:extLst>
          </p:cNvPr>
          <p:cNvSpPr/>
          <p:nvPr/>
        </p:nvSpPr>
        <p:spPr>
          <a:xfrm>
            <a:off x="609600" y="865109"/>
            <a:ext cx="50800" cy="497839"/>
          </a:xfrm>
          <a:prstGeom prst="rect">
            <a:avLst/>
          </a:prstGeom>
          <a:solidFill>
            <a:srgbClr val="7B1F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3" name="SlideMD_22">
            <a:extLst>
              <a:ext uri="{FF2B5EF4-FFF2-40B4-BE49-F238E27FC236}">
                <a16:creationId xmlns:a16="http://schemas.microsoft.com/office/drawing/2014/main" id="{060BA476-8ABD-4296-86A8-458F29A6E534}"/>
              </a:ext>
            </a:extLst>
          </p:cNvPr>
          <p:cNvSpPr txBox="1"/>
          <p:nvPr/>
        </p:nvSpPr>
        <p:spPr>
          <a:xfrm>
            <a:off x="609600" y="1540749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134" name="SlideMD_23">
            <a:extLst>
              <a:ext uri="{FF2B5EF4-FFF2-40B4-BE49-F238E27FC236}">
                <a16:creationId xmlns:a16="http://schemas.microsoft.com/office/drawing/2014/main" id="{EA96B0ED-CF08-42A6-8E51-B7058B69911A}"/>
              </a:ext>
            </a:extLst>
          </p:cNvPr>
          <p:cNvSpPr txBox="1"/>
          <p:nvPr/>
        </p:nvSpPr>
        <p:spPr>
          <a:xfrm>
            <a:off x="609600" y="185570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紫色主题</a:t>
            </a:r>
            <a:endParaRPr lang="zh-CN" altLang="en-US"/>
          </a:p>
        </p:txBody>
      </p:sp>
      <p:sp>
        <p:nvSpPr>
          <p:cNvPr id="135" name="SlideMD_24">
            <a:extLst>
              <a:ext uri="{FF2B5EF4-FFF2-40B4-BE49-F238E27FC236}">
                <a16:creationId xmlns:a16="http://schemas.microsoft.com/office/drawing/2014/main" id="{B54E3A69-FFC0-4334-8F7E-2AAC4D50985D}"/>
              </a:ext>
            </a:extLst>
          </p:cNvPr>
          <p:cNvSpPr txBox="1"/>
          <p:nvPr/>
        </p:nvSpPr>
        <p:spPr>
          <a:xfrm>
            <a:off x="609600" y="206906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显示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"❗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重要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"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标题</a:t>
            </a:r>
            <a:endParaRPr lang="zh-CN" altLang="en-US"/>
          </a:p>
        </p:txBody>
      </p:sp>
      <p:sp>
        <p:nvSpPr>
          <p:cNvPr id="136" name="SlideMD_25">
            <a:extLst>
              <a:ext uri="{FF2B5EF4-FFF2-40B4-BE49-F238E27FC236}">
                <a16:creationId xmlns:a16="http://schemas.microsoft.com/office/drawing/2014/main" id="{81B6C3B7-3D0D-4000-AF0E-D43FF8720963}"/>
              </a:ext>
            </a:extLst>
          </p:cNvPr>
          <p:cNvSpPr txBox="1"/>
          <p:nvPr/>
        </p:nvSpPr>
        <p:spPr>
          <a:xfrm>
            <a:off x="609600" y="238402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5.4 WARNING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提示</a:t>
            </a:r>
            <a:endParaRPr lang="zh-CN" altLang="en-US" b="1"/>
          </a:p>
        </p:txBody>
      </p:sp>
      <p:sp>
        <p:nvSpPr>
          <p:cNvPr id="137" name="SlideMD_26">
            <a:extLst>
              <a:ext uri="{FF2B5EF4-FFF2-40B4-BE49-F238E27FC236}">
                <a16:creationId xmlns:a16="http://schemas.microsoft.com/office/drawing/2014/main" id="{C0472D60-1E31-4BC6-85EF-C98CD2A4EC8E}"/>
              </a:ext>
            </a:extLst>
          </p:cNvPr>
          <p:cNvSpPr/>
          <p:nvPr/>
        </p:nvSpPr>
        <p:spPr>
          <a:xfrm>
            <a:off x="609600" y="3074908"/>
            <a:ext cx="7924800" cy="182880"/>
          </a:xfrm>
          <a:prstGeom prst="rect">
            <a:avLst/>
          </a:prstGeom>
          <a:solidFill>
            <a:srgbClr val="FFF3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8" name="SlideMD_27">
            <a:extLst>
              <a:ext uri="{FF2B5EF4-FFF2-40B4-BE49-F238E27FC236}">
                <a16:creationId xmlns:a16="http://schemas.microsoft.com/office/drawing/2014/main" id="{37F438A8-EE8A-4E4F-A0C1-5E54B5AB0D35}"/>
              </a:ext>
            </a:extLst>
          </p:cNvPr>
          <p:cNvSpPr txBox="1"/>
          <p:nvPr/>
        </p:nvSpPr>
        <p:spPr>
          <a:xfrm>
            <a:off x="736600" y="3074908"/>
            <a:ext cx="7670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F57C00"/>
                </a:solidFill>
                <a:latin typeface="Times New Roman"/>
                <a:cs typeface="Times New Roman"/>
              </a:rPr>
              <a:t>⚠️ </a:t>
            </a:r>
            <a:r>
              <a:rPr lang="zh-CN" altLang="en-US" sz="800" b="1">
                <a:solidFill>
                  <a:srgbClr val="F57C00"/>
                </a:solidFill>
                <a:latin typeface="黑体"/>
                <a:ea typeface="黑体"/>
              </a:rPr>
              <a:t>警告</a:t>
            </a:r>
            <a:endParaRPr lang="zh-CN" altLang="en-US"/>
          </a:p>
        </p:txBody>
      </p:sp>
      <p:sp>
        <p:nvSpPr>
          <p:cNvPr id="139" name="SlideMD_28">
            <a:extLst>
              <a:ext uri="{FF2B5EF4-FFF2-40B4-BE49-F238E27FC236}">
                <a16:creationId xmlns:a16="http://schemas.microsoft.com/office/drawing/2014/main" id="{2354F295-FFD3-4E9E-BC62-C733D55C319D}"/>
              </a:ext>
            </a:extLst>
          </p:cNvPr>
          <p:cNvSpPr txBox="1"/>
          <p:nvPr/>
        </p:nvSpPr>
        <p:spPr>
          <a:xfrm>
            <a:off x="609600" y="3257788"/>
            <a:ext cx="7924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
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这是一条警告提示，用于提醒潜在风险。</a:t>
            </a:r>
            <a:endParaRPr lang="zh-CN" altLang="en-US"/>
          </a:p>
        </p:txBody>
      </p:sp>
      <p:sp>
        <p:nvSpPr>
          <p:cNvPr id="140" name="SlideMD_29">
            <a:extLst>
              <a:ext uri="{FF2B5EF4-FFF2-40B4-BE49-F238E27FC236}">
                <a16:creationId xmlns:a16="http://schemas.microsoft.com/office/drawing/2014/main" id="{D67B3EBA-E3CC-412F-B96C-CDE7C1C86D91}"/>
              </a:ext>
            </a:extLst>
          </p:cNvPr>
          <p:cNvSpPr/>
          <p:nvPr/>
        </p:nvSpPr>
        <p:spPr>
          <a:xfrm>
            <a:off x="609600" y="3074908"/>
            <a:ext cx="50800" cy="497839"/>
          </a:xfrm>
          <a:prstGeom prst="rect">
            <a:avLst/>
          </a:prstGeom>
          <a:solidFill>
            <a:srgbClr val="F57C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1" name="SlideMD_30">
            <a:extLst>
              <a:ext uri="{FF2B5EF4-FFF2-40B4-BE49-F238E27FC236}">
                <a16:creationId xmlns:a16="http://schemas.microsoft.com/office/drawing/2014/main" id="{A64BE458-354A-45EF-B1EC-C02F523D279E}"/>
              </a:ext>
            </a:extLst>
          </p:cNvPr>
          <p:cNvSpPr txBox="1"/>
          <p:nvPr/>
        </p:nvSpPr>
        <p:spPr>
          <a:xfrm>
            <a:off x="609600" y="375054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142" name="SlideMD_31">
            <a:extLst>
              <a:ext uri="{FF2B5EF4-FFF2-40B4-BE49-F238E27FC236}">
                <a16:creationId xmlns:a16="http://schemas.microsoft.com/office/drawing/2014/main" id="{51D3983A-0C70-4C93-BEE5-189972A1515B}"/>
              </a:ext>
            </a:extLst>
          </p:cNvPr>
          <p:cNvSpPr txBox="1"/>
          <p:nvPr/>
        </p:nvSpPr>
        <p:spPr>
          <a:xfrm>
            <a:off x="609600" y="406550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橙色主题</a:t>
            </a:r>
            <a:endParaRPr lang="zh-CN" altLang="en-US"/>
          </a:p>
        </p:txBody>
      </p:sp>
      <p:sp>
        <p:nvSpPr>
          <p:cNvPr id="143" name="SlideMD_32">
            <a:extLst>
              <a:ext uri="{FF2B5EF4-FFF2-40B4-BE49-F238E27FC236}">
                <a16:creationId xmlns:a16="http://schemas.microsoft.com/office/drawing/2014/main" id="{3D020363-1417-4A72-8D71-9CDBB2A9AAA0}"/>
              </a:ext>
            </a:extLst>
          </p:cNvPr>
          <p:cNvSpPr txBox="1"/>
          <p:nvPr/>
        </p:nvSpPr>
        <p:spPr>
          <a:xfrm>
            <a:off x="609600" y="427886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显示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"⚠️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警告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"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标题</a:t>
            </a:r>
            <a:endParaRPr lang="zh-CN" altLang="en-US"/>
          </a:p>
        </p:txBody>
      </p:sp>
      <p:sp>
        <p:nvSpPr>
          <p:cNvPr id="144" name="SlideMD_33">
            <a:extLst>
              <a:ext uri="{FF2B5EF4-FFF2-40B4-BE49-F238E27FC236}">
                <a16:creationId xmlns:a16="http://schemas.microsoft.com/office/drawing/2014/main" id="{FA95B19D-CB6E-4D4D-B32A-7DD4DD451947}"/>
              </a:ext>
            </a:extLst>
          </p:cNvPr>
          <p:cNvSpPr txBox="1"/>
          <p:nvPr/>
        </p:nvSpPr>
        <p:spPr>
          <a:xfrm>
            <a:off x="609600" y="459382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333333"/>
                </a:solidFill>
                <a:latin typeface="Times New Roman"/>
                <a:cs typeface="Times New Roman"/>
              </a:rPr>
              <a:t>5.5 CAUTION </a:t>
            </a:r>
            <a:r>
              <a:rPr lang="zh-CN" altLang="en-US" sz="2400" b="1" dirty="0">
                <a:solidFill>
                  <a:srgbClr val="333333"/>
                </a:solidFill>
                <a:latin typeface="黑体"/>
                <a:ea typeface="黑体"/>
              </a:rPr>
              <a:t>提示</a:t>
            </a:r>
            <a:endParaRPr lang="zh-CN" altLang="en-US" b="1" dirty="0"/>
          </a:p>
        </p:txBody>
      </p:sp>
      <p:sp>
        <p:nvSpPr>
          <p:cNvPr id="145" name="SlideMD_34">
            <a:extLst>
              <a:ext uri="{FF2B5EF4-FFF2-40B4-BE49-F238E27FC236}">
                <a16:creationId xmlns:a16="http://schemas.microsoft.com/office/drawing/2014/main" id="{03CA9261-AE4B-4893-A85E-692FC4A91441}"/>
              </a:ext>
            </a:extLst>
          </p:cNvPr>
          <p:cNvSpPr/>
          <p:nvPr/>
        </p:nvSpPr>
        <p:spPr>
          <a:xfrm>
            <a:off x="609600" y="5284708"/>
            <a:ext cx="7924800" cy="182880"/>
          </a:xfrm>
          <a:prstGeom prst="rect">
            <a:avLst/>
          </a:prstGeom>
          <a:solidFill>
            <a:srgbClr val="FFEB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6" name="SlideMD_35">
            <a:extLst>
              <a:ext uri="{FF2B5EF4-FFF2-40B4-BE49-F238E27FC236}">
                <a16:creationId xmlns:a16="http://schemas.microsoft.com/office/drawing/2014/main" id="{AEE73969-A2BC-473D-B0D3-015395AFE941}"/>
              </a:ext>
            </a:extLst>
          </p:cNvPr>
          <p:cNvSpPr txBox="1"/>
          <p:nvPr/>
        </p:nvSpPr>
        <p:spPr>
          <a:xfrm>
            <a:off x="736600" y="5284708"/>
            <a:ext cx="7670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D32F2F"/>
                </a:solidFill>
                <a:latin typeface="Times New Roman"/>
                <a:cs typeface="Times New Roman"/>
              </a:rPr>
              <a:t>🔴 </a:t>
            </a:r>
            <a:r>
              <a:rPr lang="zh-CN" altLang="en-US" sz="800" b="1">
                <a:solidFill>
                  <a:srgbClr val="D32F2F"/>
                </a:solidFill>
                <a:latin typeface="黑体"/>
                <a:ea typeface="黑体"/>
              </a:rPr>
              <a:t>注意</a:t>
            </a:r>
            <a:endParaRPr lang="zh-CN" altLang="en-US"/>
          </a:p>
        </p:txBody>
      </p:sp>
      <p:sp>
        <p:nvSpPr>
          <p:cNvPr id="147" name="SlideMD_36">
            <a:extLst>
              <a:ext uri="{FF2B5EF4-FFF2-40B4-BE49-F238E27FC236}">
                <a16:creationId xmlns:a16="http://schemas.microsoft.com/office/drawing/2014/main" id="{F15EB3B3-DD2C-4601-A84C-79B5328250EA}"/>
              </a:ext>
            </a:extLst>
          </p:cNvPr>
          <p:cNvSpPr txBox="1"/>
          <p:nvPr/>
        </p:nvSpPr>
        <p:spPr>
          <a:xfrm>
            <a:off x="609600" y="5467588"/>
            <a:ext cx="7924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
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这是一条注意提示，用于强调危险操作。</a:t>
            </a:r>
            <a:endParaRPr lang="zh-CN" altLang="en-US"/>
          </a:p>
        </p:txBody>
      </p:sp>
      <p:sp>
        <p:nvSpPr>
          <p:cNvPr id="148" name="SlideMD_37">
            <a:extLst>
              <a:ext uri="{FF2B5EF4-FFF2-40B4-BE49-F238E27FC236}">
                <a16:creationId xmlns:a16="http://schemas.microsoft.com/office/drawing/2014/main" id="{983E0039-FD36-47BB-ACF1-E377BDCB0E50}"/>
              </a:ext>
            </a:extLst>
          </p:cNvPr>
          <p:cNvSpPr/>
          <p:nvPr/>
        </p:nvSpPr>
        <p:spPr>
          <a:xfrm>
            <a:off x="609600" y="5284708"/>
            <a:ext cx="50800" cy="497839"/>
          </a:xfrm>
          <a:prstGeom prst="rect">
            <a:avLst/>
          </a:prstGeom>
          <a:solidFill>
            <a:srgbClr val="D32F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9" name="SlideMD_38">
            <a:extLst>
              <a:ext uri="{FF2B5EF4-FFF2-40B4-BE49-F238E27FC236}">
                <a16:creationId xmlns:a16="http://schemas.microsoft.com/office/drawing/2014/main" id="{0E29E97D-CE6B-4969-8AEE-CEFC89834550}"/>
              </a:ext>
            </a:extLst>
          </p:cNvPr>
          <p:cNvSpPr txBox="1"/>
          <p:nvPr/>
        </p:nvSpPr>
        <p:spPr>
          <a:xfrm>
            <a:off x="609600" y="596034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150" name="SlideMD_39">
            <a:extLst>
              <a:ext uri="{FF2B5EF4-FFF2-40B4-BE49-F238E27FC236}">
                <a16:creationId xmlns:a16="http://schemas.microsoft.com/office/drawing/2014/main" id="{D7FCBE01-1C10-41C4-B1F2-BD9E7B39A674}"/>
              </a:ext>
            </a:extLst>
          </p:cNvPr>
          <p:cNvSpPr txBox="1"/>
          <p:nvPr/>
        </p:nvSpPr>
        <p:spPr>
          <a:xfrm>
            <a:off x="609600" y="627530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红色主题</a:t>
            </a:r>
            <a:endParaRPr lang="zh-CN" altLang="en-US"/>
          </a:p>
        </p:txBody>
      </p:sp>
      <p:sp>
        <p:nvSpPr>
          <p:cNvPr id="151" name="SlideMD_40">
            <a:extLst>
              <a:ext uri="{FF2B5EF4-FFF2-40B4-BE49-F238E27FC236}">
                <a16:creationId xmlns:a16="http://schemas.microsoft.com/office/drawing/2014/main" id="{FD1E0D5D-5431-4020-83F5-FF82ABD2F917}"/>
              </a:ext>
            </a:extLst>
          </p:cNvPr>
          <p:cNvSpPr txBox="1"/>
          <p:nvPr/>
        </p:nvSpPr>
        <p:spPr>
          <a:xfrm>
            <a:off x="609600" y="6488668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显示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"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🔴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注意</a:t>
            </a:r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"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标题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296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lideMD_41">
            <a:extLst>
              <a:ext uri="{FF2B5EF4-FFF2-40B4-BE49-F238E27FC236}">
                <a16:creationId xmlns:a16="http://schemas.microsoft.com/office/drawing/2014/main" id="{BEF92FBF-B9AE-49A1-A4D1-9FCD1974D68C}"/>
              </a:ext>
            </a:extLst>
          </p:cNvPr>
          <p:cNvSpPr txBox="1"/>
          <p:nvPr/>
        </p:nvSpPr>
        <p:spPr>
          <a:xfrm>
            <a:off x="609600" y="41837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333333"/>
                </a:solidFill>
                <a:latin typeface="Times New Roman"/>
                <a:cs typeface="Times New Roman"/>
              </a:rPr>
              <a:t>5.6 </a:t>
            </a:r>
            <a:r>
              <a:rPr lang="zh-CN" altLang="en-US" sz="2400" b="1">
                <a:solidFill>
                  <a:srgbClr val="333333"/>
                </a:solidFill>
                <a:latin typeface="黑体"/>
                <a:ea typeface="黑体"/>
              </a:rPr>
              <a:t>带内容的提示块</a:t>
            </a:r>
            <a:endParaRPr lang="zh-CN" altLang="en-US" b="1"/>
          </a:p>
        </p:txBody>
      </p:sp>
      <p:sp>
        <p:nvSpPr>
          <p:cNvPr id="153" name="SlideMD_42">
            <a:extLst>
              <a:ext uri="{FF2B5EF4-FFF2-40B4-BE49-F238E27FC236}">
                <a16:creationId xmlns:a16="http://schemas.microsoft.com/office/drawing/2014/main" id="{7A24974B-020A-4307-AB51-18FCCD4EAD23}"/>
              </a:ext>
            </a:extLst>
          </p:cNvPr>
          <p:cNvSpPr/>
          <p:nvPr/>
        </p:nvSpPr>
        <p:spPr>
          <a:xfrm>
            <a:off x="609600" y="1109254"/>
            <a:ext cx="7924800" cy="182880"/>
          </a:xfrm>
          <a:prstGeom prst="rect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4" name="SlideMD_43">
            <a:extLst>
              <a:ext uri="{FF2B5EF4-FFF2-40B4-BE49-F238E27FC236}">
                <a16:creationId xmlns:a16="http://schemas.microsoft.com/office/drawing/2014/main" id="{CDB775CB-3A94-4919-B33E-E446F517F851}"/>
              </a:ext>
            </a:extLst>
          </p:cNvPr>
          <p:cNvSpPr txBox="1"/>
          <p:nvPr/>
        </p:nvSpPr>
        <p:spPr>
          <a:xfrm>
            <a:off x="736600" y="1109254"/>
            <a:ext cx="7670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88E3C"/>
                </a:solidFill>
                <a:latin typeface="Times New Roman"/>
                <a:cs typeface="Times New Roman"/>
              </a:rPr>
              <a:t>💡 </a:t>
            </a:r>
            <a:r>
              <a:rPr lang="zh-CN" altLang="en-US" sz="800" b="1">
                <a:solidFill>
                  <a:srgbClr val="388E3C"/>
                </a:solidFill>
                <a:latin typeface="黑体"/>
                <a:ea typeface="黑体"/>
              </a:rPr>
              <a:t>建议</a:t>
            </a:r>
            <a:endParaRPr lang="zh-CN" altLang="en-US"/>
          </a:p>
        </p:txBody>
      </p:sp>
      <p:sp>
        <p:nvSpPr>
          <p:cNvPr id="155" name="SlideMD_44">
            <a:extLst>
              <a:ext uri="{FF2B5EF4-FFF2-40B4-BE49-F238E27FC236}">
                <a16:creationId xmlns:a16="http://schemas.microsoft.com/office/drawing/2014/main" id="{4577D6B1-CC03-4F4C-BF61-7D9BD1FBA8E2}"/>
              </a:ext>
            </a:extLst>
          </p:cNvPr>
          <p:cNvSpPr txBox="1"/>
          <p:nvPr/>
        </p:nvSpPr>
        <p:spPr>
          <a:xfrm>
            <a:off x="609600" y="1292134"/>
            <a:ext cx="7924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
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这是一个复杂提示块</a:t>
            </a:r>
            <a:endParaRPr lang="zh-CN" altLang="en-US"/>
          </a:p>
        </p:txBody>
      </p:sp>
      <p:sp>
        <p:nvSpPr>
          <p:cNvPr id="156" name="SlideMD_45">
            <a:extLst>
              <a:ext uri="{FF2B5EF4-FFF2-40B4-BE49-F238E27FC236}">
                <a16:creationId xmlns:a16="http://schemas.microsoft.com/office/drawing/2014/main" id="{BEA62D70-DD4C-4BE4-A0FF-F05346D80783}"/>
              </a:ext>
            </a:extLst>
          </p:cNvPr>
          <p:cNvSpPr txBox="1"/>
          <p:nvPr/>
        </p:nvSpPr>
        <p:spPr>
          <a:xfrm>
            <a:off x="609600" y="160709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包含列表项</a:t>
            </a:r>
            <a:endParaRPr lang="zh-CN" altLang="en-US"/>
          </a:p>
        </p:txBody>
      </p:sp>
      <p:sp>
        <p:nvSpPr>
          <p:cNvPr id="157" name="SlideMD_46">
            <a:extLst>
              <a:ext uri="{FF2B5EF4-FFF2-40B4-BE49-F238E27FC236}">
                <a16:creationId xmlns:a16="http://schemas.microsoft.com/office/drawing/2014/main" id="{0E28E102-AAE9-414A-9A07-91A062867A21}"/>
              </a:ext>
            </a:extLst>
          </p:cNvPr>
          <p:cNvSpPr txBox="1"/>
          <p:nvPr/>
        </p:nvSpPr>
        <p:spPr>
          <a:xfrm>
            <a:off x="609600" y="182045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包含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粗体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和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斜体</a:t>
            </a:r>
            <a:endParaRPr lang="zh-CN" altLang="en-US"/>
          </a:p>
        </p:txBody>
      </p:sp>
      <p:sp>
        <p:nvSpPr>
          <p:cNvPr id="158" name="SlideMD_47">
            <a:extLst>
              <a:ext uri="{FF2B5EF4-FFF2-40B4-BE49-F238E27FC236}">
                <a16:creationId xmlns:a16="http://schemas.microsoft.com/office/drawing/2014/main" id="{76B76114-77AD-472E-A9A5-9998A3ACB72D}"/>
              </a:ext>
            </a:extLst>
          </p:cNvPr>
          <p:cNvSpPr txBox="1"/>
          <p:nvPr/>
        </p:nvSpPr>
        <p:spPr>
          <a:xfrm>
            <a:off x="609600" y="213541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还可以包含</a:t>
            </a:r>
            <a:r>
              <a:rPr lang="zh-CN" altLang="en-US" sz="80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800">
                <a:solidFill>
                  <a:srgbClr val="C7254E"/>
                </a:solidFill>
                <a:latin typeface="JetBrains Mono"/>
                <a:cs typeface="JetBrains Mono"/>
              </a:rPr>
              <a:t>代码</a:t>
            </a:r>
            <a:endParaRPr lang="zh-CN" altLang="en-US"/>
          </a:p>
        </p:txBody>
      </p:sp>
      <p:sp>
        <p:nvSpPr>
          <p:cNvPr id="159" name="SlideMD_48">
            <a:extLst>
              <a:ext uri="{FF2B5EF4-FFF2-40B4-BE49-F238E27FC236}">
                <a16:creationId xmlns:a16="http://schemas.microsoft.com/office/drawing/2014/main" id="{CE6E8E06-4E51-464D-8055-9867161152BF}"/>
              </a:ext>
            </a:extLst>
          </p:cNvPr>
          <p:cNvSpPr/>
          <p:nvPr/>
        </p:nvSpPr>
        <p:spPr>
          <a:xfrm>
            <a:off x="609600" y="1109254"/>
            <a:ext cx="50800" cy="1341119"/>
          </a:xfrm>
          <a:prstGeom prst="rect">
            <a:avLst/>
          </a:prstGeom>
          <a:solidFill>
            <a:srgbClr val="388E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0" name="SlideMD_49">
            <a:extLst>
              <a:ext uri="{FF2B5EF4-FFF2-40B4-BE49-F238E27FC236}">
                <a16:creationId xmlns:a16="http://schemas.microsoft.com/office/drawing/2014/main" id="{439DD058-A366-46EA-A1F2-4C08D2F8E78C}"/>
              </a:ext>
            </a:extLst>
          </p:cNvPr>
          <p:cNvSpPr txBox="1"/>
          <p:nvPr/>
        </p:nvSpPr>
        <p:spPr>
          <a:xfrm>
            <a:off x="609600" y="262817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800" b="1">
                <a:solidFill>
                  <a:srgbClr val="333333"/>
                </a:solidFill>
                <a:latin typeface="黑体"/>
                <a:ea typeface="黑体"/>
              </a:rPr>
              <a:t>预期结果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：</a:t>
            </a:r>
            <a:endParaRPr lang="zh-CN" altLang="en-US"/>
          </a:p>
        </p:txBody>
      </p:sp>
      <p:sp>
        <p:nvSpPr>
          <p:cNvPr id="161" name="SlideMD_50">
            <a:extLst>
              <a:ext uri="{FF2B5EF4-FFF2-40B4-BE49-F238E27FC236}">
                <a16:creationId xmlns:a16="http://schemas.microsoft.com/office/drawing/2014/main" id="{93A2CCFA-F983-4EC4-8259-95CC437A789B}"/>
              </a:ext>
            </a:extLst>
          </p:cNvPr>
          <p:cNvSpPr txBox="1"/>
          <p:nvPr/>
        </p:nvSpPr>
        <p:spPr>
          <a:xfrm>
            <a:off x="609600" y="294313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内容正确渲染</a:t>
            </a:r>
            <a:endParaRPr lang="zh-CN" altLang="en-US"/>
          </a:p>
        </p:txBody>
      </p:sp>
      <p:sp>
        <p:nvSpPr>
          <p:cNvPr id="162" name="SlideMD_51">
            <a:extLst>
              <a:ext uri="{FF2B5EF4-FFF2-40B4-BE49-F238E27FC236}">
                <a16:creationId xmlns:a16="http://schemas.microsoft.com/office/drawing/2014/main" id="{64833402-2589-47B2-A12E-DF126E46ED7A}"/>
              </a:ext>
            </a:extLst>
          </p:cNvPr>
          <p:cNvSpPr txBox="1"/>
          <p:nvPr/>
        </p:nvSpPr>
        <p:spPr>
          <a:xfrm>
            <a:off x="609600" y="3156494"/>
            <a:ext cx="79248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800">
                <a:solidFill>
                  <a:srgbClr val="333333"/>
                </a:solidFill>
                <a:latin typeface="Times New Roman"/>
                <a:cs typeface="Times New Roman"/>
              </a:rPr>
              <a:t>• </a:t>
            </a:r>
            <a:r>
              <a:rPr lang="zh-CN" altLang="en-US" sz="800">
                <a:solidFill>
                  <a:srgbClr val="333333"/>
                </a:solidFill>
                <a:latin typeface="黑体"/>
                <a:ea typeface="黑体"/>
              </a:rPr>
              <a:t>格式正确保留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911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189D47B-D078-7F38-5D1A-B2B28B795A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47855" y="228600"/>
            <a:ext cx="4671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1550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37E58B-861E-4B9F-A2DA-54AB256D7B29}">
  <we:reference id="a1b2c3d4-e5f6-7890-abcd-ef1234567890" version="1.0.0.0" store="\\HERAPHAEL\AddinManifests" storeType="Filesystem"/>
  <we:alternateReferences/>
  <we:properties>
    <we:property name="slideMD_src_256#1205115504" value="&quot;\\begin{tikzpicture}[\n    node distance=0.8cm,\n    box/.style={rectangle, draw, minimum height=0.8cm, minimum width=1.2cm, font=\\small},\n    pool/.style={rectangle, draw, fill=poolcolor, minimum height=0.6cm, minimum width=1cm, font=\\footnotesize},\n    conv/.style={rectangle, draw, fill=convcolor, minimum height=0.6cm, minimum width=1cm, font=\\footnotesize},\n    gate/.style={rectangle, draw, fill=gatecolor, minimum height=0.6cm, minimum width=1cm, font=\\footnotesize},\n    concat/.style={rectangle, draw, fill=concatcolor, minimum height=0.6cm, minimum width=1cm, font=\\footnotesize},\n    arrow/.style={-&gt;, &gt;=stealth, thick},\n    darrow/.style={-&gt;, &gt;=stealth, thick, double},\n    label/.style={font=\\scriptsize}\n]\n\n% Input\n\\node[box, fill=inputcolor, minimum width=2cm, minimum height=1.2cm, align=center] (input) at (0,0) {Input $\\mathbf{X}$\\\\$N{\\times}C{\\times}H{\\times}W$};\n\n% ============ Channel Gate Branch (Top) ============\n% Key-Value projections\n\\node[conv, align=center] (key) at (-2, 2.5) {Conv $1{\\times}1$\\\\Key};\n\\node[conv, align=center] (value) at (2, 2.5) {Conv $1{\\times}1$\\\\Value};\n\n\\node[label, right of=key, node distance=1.3cm] (keylabel) {$N{\\times}1{\\times}H{\\times}W$};\n\\node[label, left of=value, node distance=1.3cm] (valuelabel) {$N{\\times}C_r{\\times}H{\\times}W$};\n\n% Key processing\n\\node[box, align=center] (reshape1) at (-2, 3.8) {Reshape\\\\Softmax};\n\\node[label, right of=reshape1, node distance=1.4cm] {$N{\\times}1{\\times}HW{\\times}1$};\n\n% Value processing\n\\node[box] (reshape2) at (2, 3.8) {Reshape};\n\\node[label, left of=reshape2, node distance=1.4cm] {$N{\\times}1{\\times}C_r{\\times}HW$};\n\n% Matrix multiplication for channel gate\n\\node[box] (matmul1) at (0, 5) {MatMul};\n\\node[conv] (proj_back) at (0, 6) {Conv $1{\\times}1$};\n\\node[gate, minimum width=1.8cm, align=center] (channel_gate) at (0, 7) {Channel Gate\\\\$N{\\times}C{\\times}1{\\times}1$};\n\n% ============ Spatial Gate Branch (Bottom) ============\n% Multiple spatial heads\n\\node[pool] (gap) at (-4.5, -2) {GAP};\n\\node[pool] (gmp) at (-3, -2) {GMP};\n\\node[pool] (stripe_v) at (-1.5, -2) {Stripe-V};\n\\node[pool] (stripe_h) at (0, -2) {Stripe-H};\n\\node[pool, align=center] (mlp) at (1.5, -2) {MLP\\\\Heads};\n\n% Processing for each head\n\\node[conv] (proj1) at (-4.5, -3.2) {Proj};\n\\node[conv] (proj2) at (-3, -3.2) {Proj};\n\\node[conv] (proj3) at (-1.5, -3.2) {Proj};\n\\node[conv] (proj4) at (0, -3.2) {Proj};\n\\node[conv] (proj5) at (1.5, -3.2) {Proj};\n\n% Softmax and matmul for spatial maps\n\\node[box] (softmax1) at (-4.5, -4.4) {Softmax};\n\\node[box] (softmax2) at (-3, -4.4) {Softmax};\n\\node[box] (broadcast1) at (-1.5, -4.4) {Broadcast};\n\\node[box] (broadcast2) at (0, -4.4) {Broadcast};\n\\node[box] (softmax5) at (1.5, -4.4) {Softmax};\n\n% Individual spatial maps\n\\node[label] at (-4.5, -5.4) {$\\mathbf{Y}_{avg}$};\n\\node[label] at (-3, -5.4) {$\\mathbf{Y}_{max}$};\n\\node[label] at (-1.5, -5.4) {$\\mathbf{Y}_V$};\n\\node[label] at (0, -5.4) {$\\mathbf{Y}_H$};\n\\node[label] at (1.5, -5.4) {$\\mathbf{Y}_{mlp}$};\n\n% Concatenation\n\\node[concat, minimum width=3cm] (concat) at (-1.5, -6.5) {Concat $K$ maps};\n\\node[label, right of=concat, node distance=2cm] {$N{\\times}K{\\times}H{\\times}W$};\n\n% Final spatial gate\n\\node[conv] (mixer) at (-1.5, -7.5) {Conv $1{\\times}1$};\n\\node[box] (sigmoid) at (-1.5, -8.5) {Sigmoid};\n\\node[gate, minimum width=1.8cm] (spatial_gate) at (-1.5, -9.5) {Spatial Gate\\\\$N{\\times}1{\\times}H{\\times}W$};\n\n% ============ Final Combination ============\n\\node[box, minimum width=1.5cm] (multiply) at (4, -2) {$\\odot$};\n\\node[box, minimum width=1.5cm] (add) at (6.5, -2) {$\\oplus$};\n\\node[box, fill=inputcolor, minimum width=2cm, minimum height=1.2cm] (output) at (9, -2) {Output $\\mathbf{Y}$\\\\$N{\\times}C{\\times}H{\\times}W$};\n\n% ============ Connections ============\n% Channel gate branch\n\\draw[arrow] (input) -- ++(0,1.5) -| (key);\n\\draw[arrow] (input) -- ++(0,1.5) -| (value);\n\\draw[arrow] (key) -- (reshape1);\n\\draw[arrow] (value) -- (reshape2);\n\\draw[arrow] (reshape1) -- ++(0,0.7) -| (matmul1);\n\\draw[arrow] (reshape2) -- ++(0,0.7) -| (matmul1);\n\\draw[arrow] (matmul1) -- (proj_back);\n\\draw[arrow] (proj_back) -- (channel_gate);\n\n% Spatial gate branch - to pooling\n\\draw[arrow] (input) -- ++(0,-1) -| (gap);\n\\draw[arrow] (input) -- ++(0,-1) -| (gmp);\n\\draw[arrow] (input) -- ++(0,-1) -| (stripe_v);\n\\draw[arrow] (input) -- ++(0,-1) -| (stripe_h);\n\\draw[arrow] (input) -- ++(0,-1) -| (mlp);\n\n% Pooling to projections\n\\draw[arrow] (gap) -- (proj1);\n\\draw[arrow] (gmp) -- (proj2);\n\\draw[arrow] (stripe_v) -- (proj3);\n\\draw[arrow] (stripe_h) -- (proj4);\n\\draw[arrow] (mlp) -- (proj5);\n\n% Projections to processing\n\\draw[arrow] (proj1) -- (softmax1);\n\\draw[arrow] (proj2) -- (softmax2);\n\\draw[arrow] (proj3) -- (broadcast1);\n\\draw[arrow] (proj4) -- (broadcast2);\n\\draw[arrow] (proj5) -- (softmax5);\n\n% Processing to concat\n\\draw[arrow] (softmax1) -- ++(0,-1.6) -| (concat);\n\\draw[arrow] (softmax2) -- ++(0,-1.6) -| (concat);\n\\draw[arrow] (broadcast1) -- (concat);\n\\draw[arrow] (broadcast2) -- ++(0,-1.6) -| (concat);\n\\draw[arrow] (softmax5) -- ++(0,-1.6) -| (concat);\n\n% Concat to final spatial gate\n\\draw[arrow] (concat) -- (mixer);\n\\draw[arrow] (mixer) -- (sigmoid);\n\\draw[arrow] (sigmoid) -- (spatial_gate);\n\n% Value tensor connection (dashed line for reuse)\n\\draw[arrow, dashed, color=blue] (reshape2) -- ++(0,-7) -| (softmax1.north);\n\\draw[arrow, dashed, color=blue] (reshape2) -- ++(0.3,-7) -| (softmax2.north);\n\\draw[arrow, dashed, color=blue] (reshape2) -- ++(0.6,-8.6) -| (softmax5.north);\n\n% Final combination\n\\draw[darrow] (channel_gate) -| (multiply);\n\\draw[darrow] (spatial_gate) -| (multiply);\n\\draw[arrow] (multiply) -- (add);\n\\draw[arrow] (input) -- ++(0,-1) -- ++(7,0) -- (add);\n\\draw[arrow] (add) -- (output);\n\n% Legend\n\\node[label, align=left] at (7, 6) {\n    \\textbf{Legend:}\\\\\n    $C_r = C/r$ (reduced channels)\\\\\n    $K$ = number of spatial heads\\\\\n    $\\odot$ = element-wise multiply\\\\\n    $\\oplus$ = element-wise add\\\\\n    $T$ = temperature parameter\n};\n\n% Title\n\\node[font=\\large\\bfseries] at (2, 8) {SCAM: Multi-Rank Spatial-Channel Awareness Module};\n\n% Annotations for innovation\n\\draw[decorate, decoration={brace, amplitude=5pt}, thick, color=red] \n    (-5.2, -1.5) -- (2.2, -1.5) node[midway, above=0.3cm, color=red, font=\\footnotesize\\bfseries] {Multi-Rank Spatial Heads (Innovation)};\n\n\\draw[decorate, decoration={brace, amplitude=5pt}, thick, color=blue] \n    (-3, 2) -- (3, 2) node[midway, below=0.3cm, color=blue, font=\\footnotesize\\bfseries] {Key-Value Channel Attention};\n\n\\end{tikzpicture}&quot;"/>
    <we:property name="slideMD_src_259#658011270" value="&quot;## 七、数学公式测试\n\n### 7.1 行内公式基础测试\n勾股定理：$a^2 + b^2 = c^2$\n\n欧拉恒等式：$e^{i\\pi} + 1 = 0$\n\n圆的面积：$A = \\pi r^2$\n\n二次方程求根公式：$x = \\frac{-b \\pm \\sqrt{b^2-4ac}}{2a}$\n\n**预期结果**：\n- 行内公式以 LaTeX 源码文本形式显示\n- 使用等宽字体、棕色\n\n---\n\n### 7.2 行内公式复杂测试\n求和公式：$\\sum_{i=1}^{n} i = \\frac{n(n+1)}{2}$\n\n积分公式：$\\int_{a}^{b} f(x) dx = F(b) - F(a)$\n\n极限公式：$\\lim_{x \\to \\infty} \\frac{1}{x} = 0$\n\n矩阵：$\\begin{pmatrix} a &amp; b \\\\ c &amp; d \\end{pmatrix}$\n\n分段函数：$f(x) = \\begin{cases} 1 &amp; x &gt; 0 \\\\ 0 &amp; x = 0 \\\\ -1 &amp; x &lt; 0 \\end{cases}$\n\n\n**预期结果**：\n- 复杂公式正确解析\n\n---\n\n### 7.3 块级公式基础测试\n$$\nE = mc^2\n$$\n\n$$\n\\frac{a}{b}\n$$\n\n$$\n\\sqrt{x^2 + y^2}\n$$\n\n**预期结果**：\n- 块级公式渲染为高清 PNG 图片\n- 图片居中显示\n\n---\n\n### 7.4 块级公式复杂测试\n$$\n\\int_{-\\infty}^{\\infty} e^{-x^2} dx = \\sqrt{\\pi}\n$$\n\n$$\n\\sum_{n=1}^{\\infty} \\frac{1}{n^2} = \\frac{\\pi^2}{6}\n$$\n\n$$\n\\begin{pmatrix}\na_{11} &amp; a_{12} &amp; \\cdots &amp; a_{1n} \\\\\na_{21} &amp; a_{22} &amp; \\cdots &amp; a_{2n} \\\\\n\\vdots &amp; \\vdots &amp; \\ddots &amp; \\vdots \\\\\na_{m1} &amp; a_{m2} &amp; \\cdots &amp; a_{mn}\n\\end{pmatrix}\n$$\n\n**预期结果**：\n- 复杂块级公式正确渲染为图片\n\n---\n\n### 7.5 特殊数学字体测试\n实数集：$\\mathbb{R}$，自然数集：$\\mathbb{N}$，整数集：$\\mathbb{Z}$\n\n花体字母：$\\mathcal{L}$，$\\mathcal{F}$，$\\mathcal{M}$\n\n哥特字体：$\\mathfrak{A}$，$\\mathfrak{B}$，$\\mathfrak{C}$\n\n无衬线字体：$\\mathsf{ABC}$\n\n打字机字体：$\\mathtt{ABC}$\n\n手写体：$\\mathscr{ABC}$\n\n**预期结果**：\n- 各种数学字体正确渲染\n\n---\n\n### 7.6 希腊字母测试\n小写希腊字母：$\\alpha, \\beta, \\gamma, \\delta, \\epsilon, \\zeta, \\eta, \\theta$\n\n大写希腊字母：$\\Gamma, \\Delta, \\Theta, \\Lambda, \\Xi, \\Pi, \\Sigma, \\Phi, \\Psi, \\Omega$\n\n特殊符号：$\\infty, \\partial, \\nabla, \\forall, \\exists, \\emptyset$\n\n**预期结果**：\n- 希腊字母正确显示\n\n---\n\n### 7.7 数学运算符测试\n二元运算符：$\\pm, \\mp, \\times, \\div, \\cdot, \\ast, \\star, \\circ, \\bullet$\n\n关系运算符：$\\leq, \\geq, \\neq, \\approx, \\equiv, \\sim, \\propto, \\cong$\n\n箭头符号：$\\to, \\leftarrow, \\Rightarrow, \\Leftarrow, \\leftrightarrow, \\Leftrightarrow$\n\n集合运算：$\\cup, \\cap, \\subset, \\supset, \\in, \\notin, \\setminus$\n\n\n**预期结果**：\n- 数学符号正确显示\n\n---\n\n### 7.8 方括号分隔符测试\n行内公式：\\[ E = mc^2 \\]\n\n块级公式：\n\\[\n\\frac{-b \\pm \\sqrt{b^2-4ac}}{2a}\n\\]\n\n**预期结果**：\n- `\\[...\\]` 分隔符正确识别并渲染\n\n---\n\n### 7.9 begin/end 环境测试\n$$\n\\begin{equation}\n\\nabla \\cdot \\mathbf{E} = \\frac{\\rho}{\\epsilon_0}\n\\end{equation}\n$$\n\n$$\n\\begin{aligned}\na &amp;= b + c \\\\\nd &amp;= e + f\n\\end{aligned}\n$$\n\n\n**预期结果**：\n- begin/end 环境正确解析\n\n---\n\n### 7.10 混合文本与公式测试\n爱因斯坦的质能方程 $E = mc^2$ 是物理学中最著名的公式之一。\n\n当 $n \\to \\infty$ 时，序列 $a_n = \\frac{1}{n}$ 收敛于 $0$。\n\n对于任意 $\\epsilon &gt; 0$，存在 $N &gt; 0$，使得当 $n &gt; N$ 时，有 $|a_n - L| &lt; \\epsilon$。\n\n\n**预期结果**：\n- 文本与公式混合正确渲染&quot;"/>
    <we:property name="slideMD_src_260#2274799691" value="&quot;## 五、GitHub 风格提示块测试\n\n### 5.1 NOTE 提示\n\n\n&gt; [!NOTE]\n&gt; 这是一条注意提示，用于强调重要信息。\n\n\n**预期结果**：\n- 蓝色主题\n- 显示 \&quot;📝 注意\&quot; 标题\n\n---\n\n### 5.2 TIP 提示\n\n\n&gt; [!TIP]\n&gt; 这是一条建议提示，用于提供有用的技巧。\n\n\n**预期结果**：\n- 绿色主题\n- 显示 \&quot;💡 建议\&quot; 标题\n\n---\n\n### 5.3 IMPORTANT 提示\n\n\n&gt; [!IMPORTANT]\n&gt; 这是一条重要提示，用于强调关键信息。\n\n\n**预期结果**：\n- 紫色主题\n- 显示 \&quot;❗ 重要\&quot; 标题\n\n---\n\n### 5.4 WARNING 提示\n\n\n&gt; [!WARNING]\n&gt; 这是一条警告提示，用于提醒潜在风险。\n\n\n**预期结果**：\n- 橙色主题\n- 显示 \&quot;⚠️ 警告\&quot; 标题\n\n---\n\n### 5.5 CAUTION 提示\n\n\n&gt; [!CAUTION]\n&gt; 这是一条注意提示，用于强调危险操作。\n\n\n**预期结果**：\n- 红色主题\n- 显示 \&quot;🔴 注意\&quot; 标题\n\n---\n\n### 5.6 带内容的提示块\n\n\n&gt; [!TIP]\n&gt; 这是一个复杂提示块\n&gt;\n&gt; - 包含列表项\n&gt; - 包含 **粗体** 和 *斜体*\n&gt;\n&gt; 还可以包含 `代码`\n\n\n**预期结果**：\n- 内容正确渲染\n- 格式正确保留&quot;"/>
    <we:property name="slideMD_src_263#2985910345" value="&quot;- 深度学习 $f(x) = \\sigma(Wx + b)$\n- 强化学习 $Q(s,a) \\leftarrow Q(s,a) + \\alpha[r + \\gamma \\max_{a'} Q(s',a') - Q(s,a)]$\n- 迁移学习&quot;"/>
    <we:property name="slideMD_src_265#1623730643" value="&quot;\\[\n\\int_{-\\infty}^{+\\infty}\\mathrm{e}^{-x^2} \\mathrm{d}x =\\sqrt{\\pi}\n\\]&quot;"/>
    <we:property name="slideMD_src_258#2095546224" value="&quot;- 这是测试用例, 用于测试行内代码 `python train.py` 和行内公式 $y = f(x)$ 能否同时渲染成功; \n- 这是测试用例, 用于测试 行内代码 `python train.py` 与行内文本能否同时渲染成功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410</Words>
  <Application>Microsoft Office PowerPoint</Application>
  <PresentationFormat>宽屏</PresentationFormat>
  <Paragraphs>76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黑体</vt:lpstr>
      <vt:lpstr>Arial</vt:lpstr>
      <vt:lpstr>Calibri</vt:lpstr>
      <vt:lpstr>JetBrains Mono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韩俊杰</dc:creator>
  <cp:lastModifiedBy>Heraphael William</cp:lastModifiedBy>
  <cp:revision>10</cp:revision>
  <dcterms:created xsi:type="dcterms:W3CDTF">2023-08-09T12:44:00Z</dcterms:created>
  <dcterms:modified xsi:type="dcterms:W3CDTF">2026-02-20T17:19:06Z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